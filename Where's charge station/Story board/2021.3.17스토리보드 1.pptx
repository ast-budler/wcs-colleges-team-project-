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2579"/>
    <p:restoredTop sz="89937"/>
  </p:normalViewPr>
  <p:slideViewPr>
    <p:cSldViewPr snapToObjects="1">
      <p:cViewPr varScale="1">
        <p:scale>
          <a:sx n="104" d="100"/>
          <a:sy n="104" d="100"/>
        </p:scale>
        <p:origin x="1008" y="96"/>
      </p:cViewPr>
      <p:guideLst>
        <p:guide orient="horz" pos="2155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2021-03-17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927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2021-03-17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2021-03-17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2021-03-17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2021-03-17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2021-03-17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2021-03-17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2021-03-17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2021-03-17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2021-03-17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2021-03-17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2021-03-17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2021-03-17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2021-03-17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3960">
              <a:srgbClr val="F2F2F2">
                <a:alpha val="100000"/>
              </a:srgbClr>
            </a:gs>
            <a:gs pos="1733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390650" y="5778722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607802" y="5449729"/>
            <a:ext cx="1584198" cy="364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나눔고딕"/>
                <a:ea typeface="나눔고딕"/>
              </a:rPr>
              <a:t>Storyboard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040270" y="4845041"/>
            <a:ext cx="54007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800" b="1" smtClean="0"/>
              <a:t>충전소 </a:t>
            </a:r>
            <a:r>
              <a:rPr lang="ko-KR" altLang="en-US" sz="3800" b="1" dirty="0" err="1" smtClean="0"/>
              <a:t>어딨어</a:t>
            </a:r>
            <a:endParaRPr lang="ko-KR" altLang="en-US" sz="3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699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000" dirty="0">
                <a:latin typeface="나눔고딕"/>
                <a:ea typeface="나눔고딕"/>
              </a:rPr>
              <a:t>프로젝트 개요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79684"/>
              </p:ext>
            </p:extLst>
          </p:nvPr>
        </p:nvGraphicFramePr>
        <p:xfrm>
          <a:off x="479220" y="4581160"/>
          <a:ext cx="11233560" cy="201527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17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5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31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b="0" dirty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학번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b="0" dirty="0" smtClean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개발자</a:t>
                      </a:r>
                      <a:endParaRPr lang="ko-KR" altLang="en-US" sz="2000" b="0" dirty="0">
                        <a:solidFill>
                          <a:schemeClr val="dk1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b="0" dirty="0" smtClean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학과</a:t>
                      </a:r>
                      <a:endParaRPr lang="ko-KR" altLang="en-US" sz="2000" b="0" dirty="0">
                        <a:solidFill>
                          <a:schemeClr val="dk1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b="0" dirty="0" smtClean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프로젝트 명</a:t>
                      </a:r>
                      <a:endParaRPr lang="ko-KR" altLang="en-US" sz="2000" b="0" dirty="0">
                        <a:solidFill>
                          <a:schemeClr val="dk1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9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2000" dirty="0">
                          <a:latin typeface="나눔고딕"/>
                          <a:ea typeface="나눔고딕"/>
                        </a:rPr>
                        <a:t>1707100378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dirty="0" err="1" smtClean="0">
                          <a:latin typeface="나눔고딕"/>
                          <a:ea typeface="나눔고딕"/>
                        </a:rPr>
                        <a:t>하동호</a:t>
                      </a:r>
                      <a:endParaRPr lang="ko-KR" altLang="en-US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 smtClean="0">
                        <a:latin typeface="나눔고딕"/>
                        <a:ea typeface="나눔고딕"/>
                      </a:endParaRPr>
                    </a:p>
                    <a:p>
                      <a:pPr algn="ctr">
                        <a:defRPr/>
                      </a:pPr>
                      <a:endParaRPr lang="en-US" altLang="ko-KR" sz="2000" dirty="0" smtClean="0">
                        <a:latin typeface="나눔고딕"/>
                        <a:ea typeface="나눔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2000" dirty="0" smtClean="0">
                          <a:latin typeface="나눔고딕"/>
                          <a:ea typeface="나눔고딕"/>
                        </a:rPr>
                        <a:t>스마트소프트웨어</a:t>
                      </a: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 smtClean="0">
                        <a:latin typeface="나눔고딕"/>
                        <a:ea typeface="나눔고딕"/>
                      </a:endParaRPr>
                    </a:p>
                    <a:p>
                      <a:pPr algn="ctr">
                        <a:defRPr/>
                      </a:pPr>
                      <a:endParaRPr lang="en-US" altLang="ko-KR" sz="2000" dirty="0" smtClean="0">
                        <a:latin typeface="나눔고딕"/>
                        <a:ea typeface="나눔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2000" dirty="0" smtClean="0">
                          <a:latin typeface="나눔고딕"/>
                          <a:ea typeface="나눔고딕"/>
                        </a:rPr>
                        <a:t>충전기 </a:t>
                      </a:r>
                      <a:r>
                        <a:rPr lang="ko-KR" altLang="en-US" sz="2000" dirty="0" err="1" smtClean="0">
                          <a:latin typeface="나눔고딕"/>
                          <a:ea typeface="나눔고딕"/>
                        </a:rPr>
                        <a:t>어딨어</a:t>
                      </a:r>
                      <a:r>
                        <a:rPr lang="en-US" altLang="ko-KR" sz="2000" dirty="0" smtClean="0">
                          <a:latin typeface="나눔고딕"/>
                          <a:ea typeface="나눔고딕"/>
                        </a:rPr>
                        <a:t>?</a:t>
                      </a: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7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2000" dirty="0" smtClean="0">
                          <a:latin typeface="나눔고딕"/>
                          <a:ea typeface="나눔고딕"/>
                        </a:rPr>
                        <a:t>1707100358</a:t>
                      </a: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dirty="0" smtClean="0">
                          <a:latin typeface="나눔고딕"/>
                          <a:ea typeface="나눔고딕"/>
                        </a:rPr>
                        <a:t>이용재</a:t>
                      </a:r>
                      <a:endParaRPr lang="ko-KR" altLang="en-US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680304"/>
                  </a:ext>
                </a:extLst>
              </a:tr>
              <a:tr h="3627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2000" dirty="0" smtClean="0">
                          <a:latin typeface="나눔고딕"/>
                          <a:ea typeface="나눔고딕"/>
                        </a:rPr>
                        <a:t>1707100356</a:t>
                      </a: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dirty="0" smtClean="0">
                          <a:latin typeface="나눔고딕"/>
                          <a:ea typeface="나눔고딕"/>
                        </a:rPr>
                        <a:t>유승현</a:t>
                      </a:r>
                      <a:endParaRPr lang="ko-KR" altLang="en-US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802856"/>
                  </a:ext>
                </a:extLst>
              </a:tr>
              <a:tr h="3627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2000" dirty="0" smtClean="0">
                          <a:latin typeface="나눔고딕"/>
                          <a:ea typeface="나눔고딕"/>
                        </a:rPr>
                        <a:t>?</a:t>
                      </a: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dirty="0" err="1" smtClean="0">
                          <a:latin typeface="나눔고딕"/>
                          <a:ea typeface="나눔고딕"/>
                        </a:rPr>
                        <a:t>송치호</a:t>
                      </a:r>
                      <a:endParaRPr lang="ko-KR" altLang="en-US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1207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000" dirty="0" smtClean="0">
                <a:latin typeface="나눔고딕"/>
                <a:ea typeface="나눔고딕"/>
              </a:rPr>
              <a:t> 목차</a:t>
            </a:r>
            <a:endParaRPr lang="ko-KR" altLang="en-US" sz="4000" dirty="0">
              <a:latin typeface="나눔고딕"/>
              <a:ea typeface="나눔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3662" y="1361311"/>
            <a:ext cx="106100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en-US" altLang="ko-KR" sz="2400" dirty="0">
              <a:latin typeface="나눔고딕"/>
              <a:ea typeface="나눔고딕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892F0C7-5269-4AD7-9D0D-1552E0F7FDF0}"/>
              </a:ext>
            </a:extLst>
          </p:cNvPr>
          <p:cNvSpPr/>
          <p:nvPr/>
        </p:nvSpPr>
        <p:spPr>
          <a:xfrm>
            <a:off x="324809" y="1772770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892F0C7-5269-4AD7-9D0D-1552E0F7FDF0}"/>
              </a:ext>
            </a:extLst>
          </p:cNvPr>
          <p:cNvSpPr/>
          <p:nvPr/>
        </p:nvSpPr>
        <p:spPr>
          <a:xfrm>
            <a:off x="324809" y="2770979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892F0C7-5269-4AD7-9D0D-1552E0F7FDF0}"/>
              </a:ext>
            </a:extLst>
          </p:cNvPr>
          <p:cNvSpPr/>
          <p:nvPr/>
        </p:nvSpPr>
        <p:spPr>
          <a:xfrm>
            <a:off x="329267" y="3769189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892F0C7-5269-4AD7-9D0D-1552E0F7FDF0}"/>
              </a:ext>
            </a:extLst>
          </p:cNvPr>
          <p:cNvSpPr/>
          <p:nvPr/>
        </p:nvSpPr>
        <p:spPr>
          <a:xfrm>
            <a:off x="324809" y="4730872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4A3C96-A71B-4F51-B22F-EEAB0198E668}"/>
              </a:ext>
            </a:extLst>
          </p:cNvPr>
          <p:cNvSpPr txBox="1"/>
          <p:nvPr/>
        </p:nvSpPr>
        <p:spPr>
          <a:xfrm>
            <a:off x="695250" y="1605933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프로젝트 소개</a:t>
            </a:r>
            <a:endParaRPr lang="ko-KR" altLang="en-US" sz="2400" dirty="0"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4A3C96-A71B-4F51-B22F-EEAB0198E668}"/>
              </a:ext>
            </a:extLst>
          </p:cNvPr>
          <p:cNvSpPr txBox="1"/>
          <p:nvPr/>
        </p:nvSpPr>
        <p:spPr>
          <a:xfrm>
            <a:off x="695250" y="2604142"/>
            <a:ext cx="1402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err="1" smtClean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SiteMap</a:t>
            </a:r>
            <a:endParaRPr lang="en-US" altLang="ko-KR" sz="2400" dirty="0" smtClean="0"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4A3C96-A71B-4F51-B22F-EEAB0198E668}"/>
              </a:ext>
            </a:extLst>
          </p:cNvPr>
          <p:cNvSpPr txBox="1"/>
          <p:nvPr/>
        </p:nvSpPr>
        <p:spPr>
          <a:xfrm>
            <a:off x="695250" y="3600089"/>
            <a:ext cx="1967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ER Diagram</a:t>
            </a:r>
            <a:endParaRPr lang="ko-KR" altLang="en-US" sz="2400" dirty="0"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4A3C96-A71B-4F51-B22F-EEAB0198E668}"/>
              </a:ext>
            </a:extLst>
          </p:cNvPr>
          <p:cNvSpPr txBox="1"/>
          <p:nvPr/>
        </p:nvSpPr>
        <p:spPr>
          <a:xfrm>
            <a:off x="695250" y="4530715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프로젝트 화면 구성</a:t>
            </a:r>
            <a:endParaRPr lang="ko-KR" altLang="en-US" sz="2400" dirty="0"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000" dirty="0" smtClean="0">
                <a:latin typeface="나눔고딕"/>
                <a:ea typeface="나눔고딕"/>
              </a:rPr>
              <a:t> 프로젝트 소개</a:t>
            </a:r>
            <a:endParaRPr lang="ko-KR" altLang="en-US" sz="4000" dirty="0">
              <a:latin typeface="나눔고딕"/>
              <a:ea typeface="나눔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3662" y="1361311"/>
            <a:ext cx="106100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en-US" altLang="ko-KR" sz="2400" dirty="0">
              <a:latin typeface="나눔고딕"/>
              <a:ea typeface="나눔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3325" y="1560583"/>
            <a:ext cx="109370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 smtClean="0"/>
              <a:t>공공데이터</a:t>
            </a:r>
            <a:r>
              <a:rPr lang="ko-KR" altLang="en-US" dirty="0" smtClean="0"/>
              <a:t> </a:t>
            </a:r>
            <a:r>
              <a:rPr lang="ko-KR" altLang="en-US" dirty="0"/>
              <a:t>포탈을 통해 전국의 전기차 충전소의 위치 및 상태 정보를 받는 웹 어플리케이션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사용자의 </a:t>
            </a:r>
            <a:r>
              <a:rPr lang="ko-KR" altLang="en-US" dirty="0"/>
              <a:t>위치 데이터와 카카오 맵 </a:t>
            </a:r>
            <a:r>
              <a:rPr lang="en-US" altLang="ko-KR" dirty="0"/>
              <a:t>API</a:t>
            </a:r>
            <a:r>
              <a:rPr lang="ko-KR" altLang="en-US" dirty="0"/>
              <a:t>를 활용하여 주변의 충전소 위치 및 상태를 제공함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사용자가 </a:t>
            </a:r>
            <a:r>
              <a:rPr lang="ko-KR" altLang="en-US" dirty="0"/>
              <a:t>원하는 전기차 충전소의 위치정보를 카카오 네비게이션 앱으로 </a:t>
            </a:r>
            <a:r>
              <a:rPr lang="ko-KR" altLang="en-US" dirty="0" smtClean="0"/>
              <a:t>보내</a:t>
            </a:r>
            <a:endParaRPr lang="en-US" altLang="ko-KR" dirty="0"/>
          </a:p>
          <a:p>
            <a:r>
              <a:rPr lang="en-US" altLang="ko-KR" dirty="0" smtClean="0"/>
              <a:t>    </a:t>
            </a:r>
            <a:r>
              <a:rPr lang="ko-KR" altLang="en-US" dirty="0" smtClean="0"/>
              <a:t>손쉽게 </a:t>
            </a:r>
            <a:r>
              <a:rPr lang="ko-KR" altLang="en-US" dirty="0"/>
              <a:t>사용자가 해당 위치로 이동할 수 있게 도와주는 웹 </a:t>
            </a:r>
            <a:r>
              <a:rPr lang="ko-KR" altLang="en-US" dirty="0" smtClean="0"/>
              <a:t>어플리케이션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4. </a:t>
            </a:r>
            <a:r>
              <a:rPr lang="ko-KR" altLang="en-US" dirty="0" smtClean="0"/>
              <a:t>사용자가 자주 방문하는 충전소의 위치 정보를 </a:t>
            </a:r>
            <a:r>
              <a:rPr lang="ko-KR" altLang="en-US" dirty="0" err="1" smtClean="0"/>
              <a:t>북마크</a:t>
            </a:r>
            <a:r>
              <a:rPr lang="ko-KR" altLang="en-US" dirty="0" smtClean="0"/>
              <a:t> 기능을 통해 관리해주는 웹 어플리케이션</a:t>
            </a:r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347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699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>
                <a:latin typeface="나눔고딕"/>
                <a:ea typeface="나눔고딕"/>
              </a:rPr>
              <a:t>IA SiteMap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4295750" y="1628750"/>
            <a:ext cx="2400336" cy="7201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/>
              <a:t>Home</a:t>
            </a:r>
            <a:endParaRPr lang="en-US" altLang="ko-KR" dirty="0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4295750" y="2996940"/>
            <a:ext cx="2400336" cy="7201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/>
              <a:t>Sign in</a:t>
            </a:r>
            <a:endParaRPr lang="en-US" altLang="ko-KR" dirty="0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4295750" y="4365130"/>
            <a:ext cx="2400336" cy="720100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/>
              <a:t>Sign up</a:t>
            </a:r>
            <a:endParaRPr lang="en-US" altLang="ko-KR" dirty="0"/>
          </a:p>
        </p:txBody>
      </p:sp>
      <p:cxnSp>
        <p:nvCxnSpPr>
          <p:cNvPr id="3" name="직선 연결선 2"/>
          <p:cNvCxnSpPr>
            <a:stCxn id="8" idx="2"/>
            <a:endCxn id="31" idx="0"/>
          </p:cNvCxnSpPr>
          <p:nvPr/>
        </p:nvCxnSpPr>
        <p:spPr>
          <a:xfrm>
            <a:off x="5495918" y="2348850"/>
            <a:ext cx="0" cy="64809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>
            <a:off x="5495918" y="3717040"/>
            <a:ext cx="0" cy="6480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 smtClean="0">
                <a:latin typeface="나눔고딕"/>
                <a:ea typeface="나눔고딕"/>
              </a:rPr>
              <a:t>ER </a:t>
            </a:r>
            <a:r>
              <a:rPr lang="en-US" altLang="ko-KR" sz="4000" dirty="0" err="1" smtClean="0">
                <a:latin typeface="나눔고딕"/>
                <a:ea typeface="나눔고딕"/>
              </a:rPr>
              <a:t>Digram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170005"/>
              </p:ext>
            </p:extLst>
          </p:nvPr>
        </p:nvGraphicFramePr>
        <p:xfrm>
          <a:off x="191262" y="1315224"/>
          <a:ext cx="5551434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16826">
                  <a:extLst>
                    <a:ext uri="{9D8B030D-6E8A-4147-A177-3AD203B41FA5}">
                      <a16:colId xmlns:a16="http://schemas.microsoft.com/office/drawing/2014/main" val="2121346001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1474667660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287636110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10563042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2020062654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405105115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3665201076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4263195889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1140022219"/>
                    </a:ext>
                  </a:extLst>
                </a:gridCol>
              </a:tblGrid>
              <a:tr h="370840">
                <a:tc gridSpan="9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사용자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30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390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484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1278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699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000">
                <a:latin typeface="나눔고딕"/>
                <a:ea typeface="나눔고딕"/>
              </a:rPr>
              <a:t>기본 화면 구성 </a:t>
            </a:r>
            <a:r>
              <a:rPr lang="en-US" altLang="ko-KR" sz="4000">
                <a:latin typeface="나눔고딕"/>
                <a:ea typeface="나눔고딕"/>
              </a:rPr>
              <a:t>1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10" y="1294781"/>
            <a:ext cx="2304320" cy="5508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120</Words>
  <Application>Microsoft Office PowerPoint</Application>
  <PresentationFormat>와이드스크린</PresentationFormat>
  <Paragraphs>53</Paragraphs>
  <Slides>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Adobe 명조 Std M</vt:lpstr>
      <vt:lpstr>나눔고딕</vt:lpstr>
      <vt:lpstr>함초롬돋움</vt:lpstr>
      <vt:lpstr>Arial</vt:lpstr>
      <vt:lpstr>Times New Roman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astle</dc:creator>
  <cp:lastModifiedBy>Windows 사용자</cp:lastModifiedBy>
  <cp:revision>42</cp:revision>
  <dcterms:created xsi:type="dcterms:W3CDTF">2020-09-15T07:54:39Z</dcterms:created>
  <dcterms:modified xsi:type="dcterms:W3CDTF">2021-03-17T08:49:48Z</dcterms:modified>
  <cp:version>1000.0000.01</cp:version>
</cp:coreProperties>
</file>