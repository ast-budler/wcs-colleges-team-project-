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20E6-4376-4DEF-9734-410F494D7B04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91C0C-38F9-4FF9-A00B-97951966A6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0167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20E6-4376-4DEF-9734-410F494D7B04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91C0C-38F9-4FF9-A00B-97951966A6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47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20E6-4376-4DEF-9734-410F494D7B04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91C0C-38F9-4FF9-A00B-97951966A6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83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20E6-4376-4DEF-9734-410F494D7B04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91C0C-38F9-4FF9-A00B-97951966A6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955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20E6-4376-4DEF-9734-410F494D7B04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91C0C-38F9-4FF9-A00B-97951966A6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644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20E6-4376-4DEF-9734-410F494D7B04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91C0C-38F9-4FF9-A00B-97951966A6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74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20E6-4376-4DEF-9734-410F494D7B04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91C0C-38F9-4FF9-A00B-97951966A6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5388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20E6-4376-4DEF-9734-410F494D7B04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91C0C-38F9-4FF9-A00B-97951966A6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132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20E6-4376-4DEF-9734-410F494D7B04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91C0C-38F9-4FF9-A00B-97951966A6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056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20E6-4376-4DEF-9734-410F494D7B04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91C0C-38F9-4FF9-A00B-97951966A6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321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20E6-4376-4DEF-9734-410F494D7B04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91C0C-38F9-4FF9-A00B-97951966A6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577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B20E6-4376-4DEF-9734-410F494D7B04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891C0C-38F9-4FF9-A00B-97951966A6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204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시작 대기 페이지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429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</a:t>
            </a:r>
            <a:r>
              <a:rPr lang="ko-KR" altLang="en-US" dirty="0" smtClean="0"/>
              <a:t>조 개요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004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657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프로젝트 개요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636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617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162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이미지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797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</Words>
  <Application>Microsoft Office PowerPoint</Application>
  <PresentationFormat>와이드스크린</PresentationFormat>
  <Paragraphs>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시작 대기 페이지</vt:lpstr>
      <vt:lpstr>2조 개요</vt:lpstr>
      <vt:lpstr>목차</vt:lpstr>
      <vt:lpstr>프로젝트 개요</vt:lpstr>
      <vt:lpstr>목적</vt:lpstr>
      <vt:lpstr>기능</vt:lpstr>
      <vt:lpstr>이미지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3</cp:revision>
  <dcterms:created xsi:type="dcterms:W3CDTF">2021-04-08T01:45:54Z</dcterms:created>
  <dcterms:modified xsi:type="dcterms:W3CDTF">2021-04-08T01:58:54Z</dcterms:modified>
</cp:coreProperties>
</file>