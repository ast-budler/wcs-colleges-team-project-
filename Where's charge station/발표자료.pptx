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notesMasterIdLst>
    <p:notesMasterId r:id="rId13"/>
  </p:notesMasterIdLst>
  <p:sldIdLst>
    <p:sldId id="256" r:id="rId2"/>
    <p:sldId id="257" r:id="rId3"/>
    <p:sldId id="258" r:id="rId4"/>
    <p:sldId id="262" r:id="rId5"/>
    <p:sldId id="259" r:id="rId6"/>
    <p:sldId id="263" r:id="rId7"/>
    <p:sldId id="261" r:id="rId8"/>
    <p:sldId id="264" r:id="rId9"/>
    <p:sldId id="265" r:id="rId10"/>
    <p:sldId id="267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5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>
    <p:restoredLeft sz="12579"/>
    <p:restoredTop sz="89937"/>
  </p:normalViewPr>
  <p:slideViewPr>
    <p:cSldViewPr snapToObjects="1">
      <p:cViewPr varScale="1">
        <p:scale>
          <a:sx n="103" d="100"/>
          <a:sy n="103" d="100"/>
        </p:scale>
        <p:origin x="1050" y="102"/>
      </p:cViewPr>
      <p:guideLst>
        <p:guide orient="horz" pos="2155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2021-04-14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79274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94784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92866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4914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2021-04-14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2021-04-14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2021-04-14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2021-04-14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2021-04-14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2021-04-14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/>
              <a:t>표를 추가하려면 아이콘을 클릭하십시오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2021-04-14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2021-04-14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2021-04-14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2021-04-14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 hasCustomPrompt="1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/>
              <a:t>첫째 목차</a:t>
            </a:r>
          </a:p>
          <a:p>
            <a:pPr lvl="0"/>
            <a:r>
              <a:rPr lang="ko-KR" altLang="en-US"/>
              <a:t>둘째 목차</a:t>
            </a:r>
          </a:p>
          <a:p>
            <a:pPr lvl="0"/>
            <a:r>
              <a:rPr lang="ko-KR" altLang="en-US"/>
              <a:t>셋째 목차</a:t>
            </a:r>
          </a:p>
          <a:p>
            <a:pPr lvl="0"/>
            <a:r>
              <a:rPr lang="ko-KR" altLang="en-US"/>
              <a:t>넷째 목차</a:t>
            </a:r>
          </a:p>
          <a:p>
            <a:pPr lvl="0"/>
            <a:r>
              <a:rPr lang="ko-KR" altLang="en-US"/>
              <a:t>다섯째 목차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2021-04-14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2021-04-14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2021-04-14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xy" rotWithShape="1">
          <a:gsLst>
            <a:gs pos="3960">
              <a:srgbClr val="F2F2F2">
                <a:alpha val="100000"/>
              </a:srgbClr>
            </a:gs>
            <a:gs pos="17330">
              <a:schemeClr val="lt1">
                <a:alpha val="100000"/>
              </a:schemeClr>
            </a:gs>
            <a:gs pos="49500">
              <a:schemeClr val="lt1">
                <a:alpha val="100000"/>
              </a:schemeClr>
            </a:gs>
            <a:gs pos="65350">
              <a:schemeClr val="lt1">
                <a:alpha val="10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390650" y="5778722"/>
            <a:ext cx="10801350" cy="720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6960120" y="5128222"/>
            <a:ext cx="523188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800" b="1"/>
              <a:t>충전소 </a:t>
            </a:r>
            <a:r>
              <a:rPr lang="ko-KR" altLang="en-US" sz="3800" b="1" dirty="0" err="1"/>
              <a:t>어딨어</a:t>
            </a:r>
            <a:endParaRPr lang="ko-KR" altLang="en-US" sz="38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xy" rotWithShape="1">
          <a:gsLst>
            <a:gs pos="1980">
              <a:schemeClr val="lt1">
                <a:alpha val="100000"/>
              </a:schemeClr>
            </a:gs>
            <a:gs pos="99010">
              <a:srgbClr val="F2F2F2">
                <a:alpha val="100000"/>
              </a:srgbClr>
            </a:gs>
            <a:gs pos="18320">
              <a:schemeClr val="lt1">
                <a:alpha val="100000"/>
              </a:schemeClr>
            </a:gs>
            <a:gs pos="49500">
              <a:schemeClr val="lt1">
                <a:alpha val="100000"/>
              </a:schemeClr>
            </a:gs>
            <a:gs pos="65350">
              <a:schemeClr val="lt1">
                <a:alpha val="10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1080135"/>
            <a:ext cx="10801350" cy="720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91262" y="209169"/>
            <a:ext cx="106100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4000">
                <a:latin typeface="나눔고딕"/>
                <a:ea typeface="나눔고딕"/>
              </a:rPr>
              <a:t>개요</a:t>
            </a:r>
            <a:endParaRPr lang="ko-KR" altLang="en-US" sz="4000" dirty="0">
              <a:latin typeface="나눔고딕"/>
              <a:ea typeface="나눔고딕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048528"/>
              </p:ext>
            </p:extLst>
          </p:nvPr>
        </p:nvGraphicFramePr>
        <p:xfrm>
          <a:off x="479220" y="4581160"/>
          <a:ext cx="11233560" cy="2015276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177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46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5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156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0316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2000" b="0" dirty="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학번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2000" b="0" dirty="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개발자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2000" b="0" dirty="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학과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2000" b="0" dirty="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프로젝트 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793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2000" dirty="0">
                          <a:latin typeface="나눔고딕"/>
                          <a:ea typeface="나눔고딕"/>
                        </a:rPr>
                        <a:t>1707100378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2000" dirty="0" err="1">
                          <a:latin typeface="나눔고딕"/>
                          <a:ea typeface="나눔고딕"/>
                        </a:rPr>
                        <a:t>하동호</a:t>
                      </a:r>
                      <a:endParaRPr lang="ko-KR" altLang="en-US" sz="2000" dirty="0">
                        <a:latin typeface="나눔고딕"/>
                        <a:ea typeface="나눔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2000" dirty="0">
                        <a:latin typeface="나눔고딕"/>
                        <a:ea typeface="나눔고딕"/>
                      </a:endParaRPr>
                    </a:p>
                    <a:p>
                      <a:pPr algn="ctr">
                        <a:defRPr/>
                      </a:pPr>
                      <a:endParaRPr lang="en-US" altLang="ko-KR" sz="2000" dirty="0">
                        <a:latin typeface="나눔고딕"/>
                        <a:ea typeface="나눔고딕"/>
                      </a:endParaRPr>
                    </a:p>
                    <a:p>
                      <a:pPr algn="ctr">
                        <a:defRPr/>
                      </a:pPr>
                      <a:r>
                        <a:rPr lang="ko-KR" altLang="en-US" sz="2000" dirty="0">
                          <a:latin typeface="나눔고딕"/>
                          <a:ea typeface="나눔고딕"/>
                        </a:rPr>
                        <a:t>스마트소프트웨어</a:t>
                      </a:r>
                      <a:endParaRPr lang="en-US" altLang="ko-KR" sz="2000" dirty="0">
                        <a:latin typeface="나눔고딕"/>
                        <a:ea typeface="나눔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2000" dirty="0">
                        <a:latin typeface="나눔고딕"/>
                        <a:ea typeface="나눔고딕"/>
                      </a:endParaRPr>
                    </a:p>
                    <a:p>
                      <a:pPr algn="ctr">
                        <a:defRPr/>
                      </a:pPr>
                      <a:endParaRPr lang="en-US" altLang="ko-KR" sz="2000" dirty="0">
                        <a:latin typeface="나눔고딕"/>
                        <a:ea typeface="나눔고딕"/>
                      </a:endParaRPr>
                    </a:p>
                    <a:p>
                      <a:pPr algn="ctr">
                        <a:defRPr/>
                      </a:pPr>
                      <a:r>
                        <a:rPr lang="ko-KR" altLang="en-US" sz="2000">
                          <a:latin typeface="나눔고딕"/>
                          <a:ea typeface="나눔고딕"/>
                        </a:rPr>
                        <a:t>충전소 어딨어</a:t>
                      </a:r>
                      <a:endParaRPr lang="en-US" altLang="ko-KR" sz="2000" dirty="0">
                        <a:latin typeface="나눔고딕"/>
                        <a:ea typeface="나눔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7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2000" dirty="0">
                          <a:latin typeface="나눔고딕"/>
                          <a:ea typeface="나눔고딕"/>
                        </a:rPr>
                        <a:t>1707100358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2000" dirty="0">
                          <a:latin typeface="나눔고딕"/>
                          <a:ea typeface="나눔고딕"/>
                        </a:rPr>
                        <a:t>이용재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2000" dirty="0">
                        <a:latin typeface="나눔고딕"/>
                        <a:ea typeface="나눔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2000" dirty="0">
                        <a:latin typeface="나눔고딕"/>
                        <a:ea typeface="나눔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4680304"/>
                  </a:ext>
                </a:extLst>
              </a:tr>
              <a:tr h="3627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2000" dirty="0">
                          <a:latin typeface="나눔고딕"/>
                          <a:ea typeface="나눔고딕"/>
                        </a:rPr>
                        <a:t>1707100356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2000" dirty="0">
                          <a:latin typeface="나눔고딕"/>
                          <a:ea typeface="나눔고딕"/>
                        </a:rPr>
                        <a:t>유승현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2000" dirty="0">
                        <a:latin typeface="나눔고딕"/>
                        <a:ea typeface="나눔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2000" dirty="0">
                        <a:latin typeface="나눔고딕"/>
                        <a:ea typeface="나눔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7802856"/>
                  </a:ext>
                </a:extLst>
              </a:tr>
              <a:tr h="3627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2000">
                          <a:latin typeface="나눔고딕"/>
                          <a:ea typeface="나눔고딕"/>
                        </a:rPr>
                        <a:t>160710032</a:t>
                      </a:r>
                      <a:r>
                        <a:rPr lang="en-US" altLang="ko-KR" sz="2000" dirty="0">
                          <a:latin typeface="나눔고딕"/>
                          <a:ea typeface="나눔고딕"/>
                        </a:rPr>
                        <a:t>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2000" dirty="0" err="1">
                          <a:latin typeface="나눔고딕"/>
                          <a:ea typeface="나눔고딕"/>
                        </a:rPr>
                        <a:t>송치호</a:t>
                      </a:r>
                      <a:endParaRPr lang="ko-KR" altLang="en-US" sz="2000" dirty="0">
                        <a:latin typeface="나눔고딕"/>
                        <a:ea typeface="나눔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2000" dirty="0">
                        <a:latin typeface="나눔고딕"/>
                        <a:ea typeface="나눔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2000" dirty="0">
                        <a:latin typeface="나눔고딕"/>
                        <a:ea typeface="나눔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41207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xy" rotWithShape="1">
          <a:gsLst>
            <a:gs pos="1980">
              <a:schemeClr val="lt1">
                <a:alpha val="100000"/>
              </a:schemeClr>
            </a:gs>
            <a:gs pos="99010">
              <a:srgbClr val="F2F2F2">
                <a:alpha val="100000"/>
              </a:srgbClr>
            </a:gs>
            <a:gs pos="18320">
              <a:schemeClr val="lt1">
                <a:alpha val="100000"/>
              </a:schemeClr>
            </a:gs>
            <a:gs pos="49500">
              <a:schemeClr val="lt1">
                <a:alpha val="100000"/>
              </a:schemeClr>
            </a:gs>
            <a:gs pos="65350">
              <a:schemeClr val="lt1">
                <a:alpha val="10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1080135"/>
            <a:ext cx="10801350" cy="720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91262" y="209169"/>
            <a:ext cx="106100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4000" dirty="0">
                <a:latin typeface="나눔고딕"/>
                <a:ea typeface="나눔고딕"/>
              </a:rPr>
              <a:t> 목차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3190" y="1700760"/>
            <a:ext cx="1061008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en-US" altLang="ko-KR" sz="2400">
              <a:latin typeface="나눔고딕"/>
              <a:ea typeface="나눔고딕"/>
            </a:endParaRPr>
          </a:p>
          <a:p>
            <a:pPr marL="342900" indent="-342900">
              <a:buFont typeface="Wingdings" panose="05000000000000000000" pitchFamily="2" charset="2"/>
              <a:buChar char="l"/>
              <a:defRPr/>
            </a:pPr>
            <a:r>
              <a:rPr lang="en-US" altLang="ko-KR" sz="2400">
                <a:latin typeface="나눔고딕"/>
                <a:ea typeface="나눔고딕"/>
              </a:rPr>
              <a:t>   </a:t>
            </a:r>
            <a:r>
              <a:rPr lang="ko-KR" altLang="en-US" sz="2400">
                <a:latin typeface="나눔고딕"/>
                <a:ea typeface="나눔고딕"/>
              </a:rPr>
              <a:t>프로젝트 소개</a:t>
            </a:r>
            <a:endParaRPr lang="en-US" altLang="ko-KR" sz="2400">
              <a:latin typeface="나눔고딕"/>
              <a:ea typeface="나눔고딕"/>
            </a:endParaRPr>
          </a:p>
          <a:p>
            <a:pPr marL="342900" indent="-342900">
              <a:buFont typeface="Wingdings" panose="05000000000000000000" pitchFamily="2" charset="2"/>
              <a:buChar char="l"/>
              <a:defRPr/>
            </a:pPr>
            <a:endParaRPr lang="en-US" altLang="ko-KR" sz="2400">
              <a:latin typeface="나눔고딕"/>
              <a:ea typeface="나눔고딕"/>
            </a:endParaRPr>
          </a:p>
          <a:p>
            <a:pPr marL="342900" indent="-342900">
              <a:buFont typeface="Wingdings" panose="05000000000000000000" pitchFamily="2" charset="2"/>
              <a:buChar char="l"/>
              <a:defRPr/>
            </a:pPr>
            <a:r>
              <a:rPr lang="en-US" altLang="ko-KR" sz="2400">
                <a:latin typeface="나눔고딕"/>
                <a:ea typeface="나눔고딕"/>
              </a:rPr>
              <a:t>   </a:t>
            </a:r>
            <a:r>
              <a:rPr lang="ko-KR" altLang="en-US" sz="2400">
                <a:latin typeface="나눔고딕"/>
                <a:ea typeface="나눔고딕"/>
              </a:rPr>
              <a:t>프로세스 순서도</a:t>
            </a:r>
            <a:endParaRPr lang="en-US" altLang="ko-KR" sz="2400">
              <a:latin typeface="나눔고딕"/>
              <a:ea typeface="나눔고딕"/>
            </a:endParaRPr>
          </a:p>
          <a:p>
            <a:pPr>
              <a:defRPr/>
            </a:pPr>
            <a:endParaRPr lang="en-US" altLang="ko-KR" sz="2400">
              <a:latin typeface="나눔고딕"/>
              <a:ea typeface="나눔고딕"/>
            </a:endParaRPr>
          </a:p>
          <a:p>
            <a:pPr marL="342900" indent="-342900">
              <a:buFont typeface="Wingdings" panose="05000000000000000000" pitchFamily="2" charset="2"/>
              <a:buChar char="l"/>
              <a:defRPr/>
            </a:pPr>
            <a:r>
              <a:rPr lang="en-US" altLang="ko-KR" sz="2400">
                <a:latin typeface="나눔고딕"/>
                <a:ea typeface="나눔고딕"/>
              </a:rPr>
              <a:t>   </a:t>
            </a:r>
            <a:r>
              <a:rPr lang="ko-KR" altLang="en-US" sz="2400">
                <a:latin typeface="나눔고딕"/>
                <a:ea typeface="나눔고딕"/>
              </a:rPr>
              <a:t>서버 순서도</a:t>
            </a:r>
            <a:endParaRPr lang="en-US" altLang="ko-KR" sz="2400">
              <a:latin typeface="나눔고딕"/>
              <a:ea typeface="나눔고딕"/>
            </a:endParaRPr>
          </a:p>
          <a:p>
            <a:pPr marL="342900" indent="-342900">
              <a:buFont typeface="Wingdings" panose="05000000000000000000" pitchFamily="2" charset="2"/>
              <a:buChar char="l"/>
              <a:defRPr/>
            </a:pPr>
            <a:endParaRPr lang="en-US" altLang="ko-KR" sz="2400">
              <a:latin typeface="나눔고딕"/>
              <a:ea typeface="나눔고딕"/>
            </a:endParaRPr>
          </a:p>
          <a:p>
            <a:pPr marL="342900" indent="-342900">
              <a:buFont typeface="Wingdings" panose="05000000000000000000" pitchFamily="2" charset="2"/>
              <a:buChar char="l"/>
              <a:defRPr/>
            </a:pPr>
            <a:r>
              <a:rPr lang="en-US" altLang="ko-KR" sz="2400">
                <a:latin typeface="나눔고딕"/>
                <a:ea typeface="나눔고딕"/>
              </a:rPr>
              <a:t>   </a:t>
            </a:r>
            <a:r>
              <a:rPr lang="ko-KR" altLang="en-US" sz="2400">
                <a:latin typeface="나눔고딕"/>
                <a:ea typeface="나눔고딕"/>
              </a:rPr>
              <a:t>프로젝트 화면 구성</a:t>
            </a:r>
            <a:endParaRPr lang="en-US" altLang="ko-KR" sz="2400">
              <a:latin typeface="나눔고딕"/>
              <a:ea typeface="나눔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xy" rotWithShape="1">
          <a:gsLst>
            <a:gs pos="1980">
              <a:schemeClr val="lt1">
                <a:alpha val="100000"/>
              </a:schemeClr>
            </a:gs>
            <a:gs pos="99010">
              <a:srgbClr val="F2F2F2">
                <a:alpha val="100000"/>
              </a:srgbClr>
            </a:gs>
            <a:gs pos="18320">
              <a:schemeClr val="lt1">
                <a:alpha val="100000"/>
              </a:schemeClr>
            </a:gs>
            <a:gs pos="49500">
              <a:schemeClr val="lt1">
                <a:alpha val="100000"/>
              </a:schemeClr>
            </a:gs>
            <a:gs pos="65350">
              <a:schemeClr val="lt1">
                <a:alpha val="10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1080135"/>
            <a:ext cx="10801350" cy="720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91262" y="209169"/>
            <a:ext cx="106100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4000" dirty="0">
                <a:latin typeface="나눔고딕"/>
                <a:ea typeface="나눔고딕"/>
              </a:rPr>
              <a:t> </a:t>
            </a:r>
            <a:r>
              <a:rPr lang="ko-KR" altLang="en-US" sz="4000">
                <a:latin typeface="나눔고딕"/>
                <a:ea typeface="나눔고딕"/>
              </a:rPr>
              <a:t>프로젝트 소개</a:t>
            </a:r>
            <a:endParaRPr lang="ko-KR" altLang="en-US" sz="4000" dirty="0">
              <a:latin typeface="나눔고딕"/>
              <a:ea typeface="나눔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3662" y="1361311"/>
            <a:ext cx="1061008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 sz="2400" dirty="0">
              <a:latin typeface="나눔고딕"/>
              <a:ea typeface="나눔고딕"/>
            </a:endParaRPr>
          </a:p>
          <a:p>
            <a:pPr marL="342720" indent="-342720">
              <a:buFont typeface="Arial"/>
              <a:buChar char="•"/>
              <a:defRPr/>
            </a:pPr>
            <a:endParaRPr lang="ko-KR" altLang="en-US" sz="2400" dirty="0">
              <a:latin typeface="나눔고딕"/>
              <a:ea typeface="나눔고딕"/>
            </a:endParaRPr>
          </a:p>
          <a:p>
            <a:pPr marL="342720" indent="-342720">
              <a:buFont typeface="Arial"/>
              <a:buChar char="•"/>
              <a:defRPr/>
            </a:pPr>
            <a:endParaRPr lang="ko-KR" altLang="en-US" sz="2400" dirty="0">
              <a:latin typeface="나눔고딕"/>
              <a:ea typeface="나눔고딕"/>
            </a:endParaRPr>
          </a:p>
          <a:p>
            <a:pPr marL="342720" indent="-342720">
              <a:buFont typeface="Arial"/>
              <a:buChar char="•"/>
              <a:defRPr/>
            </a:pPr>
            <a:endParaRPr lang="en-US" altLang="ko-KR" sz="2400" dirty="0">
              <a:latin typeface="나눔고딕"/>
              <a:ea typeface="나눔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3325" y="1560583"/>
            <a:ext cx="1093705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err="1"/>
              <a:t>공공데이터</a:t>
            </a:r>
            <a:r>
              <a:rPr lang="ko-KR" altLang="en-US" dirty="0"/>
              <a:t> 포탈을 통해 전국의 전기차 충전소의 위치 및 </a:t>
            </a:r>
            <a:r>
              <a:rPr lang="ko-KR" altLang="en-US"/>
              <a:t>상태 정보를 수신함</a:t>
            </a:r>
            <a:r>
              <a:rPr lang="en-US" altLang="ko-KR"/>
              <a:t>.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사용자의 위치 데이터와 </a:t>
            </a:r>
            <a:r>
              <a:rPr lang="ko-KR" altLang="en-US"/>
              <a:t>카카오 맵를 </a:t>
            </a:r>
            <a:r>
              <a:rPr lang="ko-KR" altLang="en-US" dirty="0"/>
              <a:t>활용하여 주변의 충전소 위치 및 상태를 </a:t>
            </a:r>
            <a:r>
              <a:rPr lang="ko-KR" altLang="en-US"/>
              <a:t>제공함</a:t>
            </a:r>
            <a:r>
              <a:rPr lang="en-US" altLang="ko-KR"/>
              <a:t>.</a:t>
            </a:r>
            <a:endParaRPr lang="en-US" altLang="ko-KR" dirty="0"/>
          </a:p>
          <a:p>
            <a:endParaRPr lang="en-US" altLang="ko-KR"/>
          </a:p>
          <a:p>
            <a:endParaRPr lang="en-US" altLang="ko-KR" dirty="0"/>
          </a:p>
          <a:p>
            <a:r>
              <a:rPr lang="en-US" altLang="ko-KR" dirty="0"/>
              <a:t>3</a:t>
            </a:r>
            <a:r>
              <a:rPr lang="en-US" altLang="ko-KR"/>
              <a:t>. </a:t>
            </a:r>
            <a:r>
              <a:rPr lang="ko-KR" altLang="en-US" dirty="0"/>
              <a:t>사용자가 자주 방문하는 충전소의 위치 정보를 </a:t>
            </a:r>
            <a:r>
              <a:rPr lang="ko-KR" altLang="en-US" dirty="0" err="1"/>
              <a:t>북마크</a:t>
            </a:r>
            <a:r>
              <a:rPr lang="ko-KR" altLang="en-US" dirty="0"/>
              <a:t> </a:t>
            </a:r>
            <a:r>
              <a:rPr lang="ko-KR" altLang="en-US"/>
              <a:t>기능을 통해 관리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4. </a:t>
            </a:r>
            <a:r>
              <a:rPr lang="ko-KR" altLang="en-US"/>
              <a:t>충전소 정보를 통해 충전소 개소마다 시간 별 혼잡도를 지수화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5. </a:t>
            </a:r>
            <a:r>
              <a:rPr lang="ko-KR" altLang="en-US"/>
              <a:t>충전소 예약 시스템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43473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xy" rotWithShape="1">
          <a:gsLst>
            <a:gs pos="1980">
              <a:schemeClr val="lt1">
                <a:alpha val="100000"/>
              </a:schemeClr>
            </a:gs>
            <a:gs pos="99010">
              <a:srgbClr val="F2F2F2">
                <a:alpha val="100000"/>
              </a:srgbClr>
            </a:gs>
            <a:gs pos="18320">
              <a:schemeClr val="lt1">
                <a:alpha val="100000"/>
              </a:schemeClr>
            </a:gs>
            <a:gs pos="49500">
              <a:schemeClr val="lt1">
                <a:alpha val="100000"/>
              </a:schemeClr>
            </a:gs>
            <a:gs pos="65350">
              <a:schemeClr val="lt1">
                <a:alpha val="10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1080135"/>
            <a:ext cx="10801350" cy="720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91262" y="209169"/>
            <a:ext cx="10610088" cy="6995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000" dirty="0">
                <a:latin typeface="나눔고딕"/>
                <a:ea typeface="나눔고딕"/>
              </a:rPr>
              <a:t>IA </a:t>
            </a:r>
            <a:r>
              <a:rPr lang="en-US" altLang="ko-KR" sz="4000" dirty="0" err="1">
                <a:latin typeface="나눔고딕"/>
                <a:ea typeface="나눔고딕"/>
              </a:rPr>
              <a:t>SiteMap</a:t>
            </a:r>
            <a:endParaRPr lang="en-US" altLang="ko-KR" sz="4000" dirty="0">
              <a:latin typeface="나눔고딕"/>
              <a:ea typeface="나눔고딕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4895832" y="1628750"/>
            <a:ext cx="2400336" cy="7201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메인 페이지</a:t>
            </a:r>
            <a:endParaRPr lang="en-US" altLang="ko-KR" dirty="0"/>
          </a:p>
        </p:txBody>
      </p:sp>
      <p:sp>
        <p:nvSpPr>
          <p:cNvPr id="31" name="모서리가 둥근 직사각형 30"/>
          <p:cNvSpPr/>
          <p:nvPr/>
        </p:nvSpPr>
        <p:spPr>
          <a:xfrm>
            <a:off x="1199310" y="3131024"/>
            <a:ext cx="2400336" cy="72010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커뮤니티</a:t>
            </a:r>
            <a:endParaRPr lang="en-US" altLang="ko-KR" dirty="0"/>
          </a:p>
        </p:txBody>
      </p:sp>
      <p:sp>
        <p:nvSpPr>
          <p:cNvPr id="32" name="모서리가 둥근 직사각형 31"/>
          <p:cNvSpPr/>
          <p:nvPr/>
        </p:nvSpPr>
        <p:spPr>
          <a:xfrm>
            <a:off x="5951980" y="5057765"/>
            <a:ext cx="2400336" cy="720100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회원가입</a:t>
            </a:r>
            <a:endParaRPr lang="en-US" altLang="ko-KR" dirty="0"/>
          </a:p>
        </p:txBody>
      </p:sp>
      <p:sp>
        <p:nvSpPr>
          <p:cNvPr id="12" name="모서리가 둥근 직사각형 30">
            <a:extLst>
              <a:ext uri="{FF2B5EF4-FFF2-40B4-BE49-F238E27FC236}">
                <a16:creationId xmlns:a16="http://schemas.microsoft.com/office/drawing/2014/main" id="{56DB4327-9F69-422A-9015-5A0B60EAB17F}"/>
              </a:ext>
            </a:extLst>
          </p:cNvPr>
          <p:cNvSpPr/>
          <p:nvPr/>
        </p:nvSpPr>
        <p:spPr>
          <a:xfrm>
            <a:off x="4895832" y="3131024"/>
            <a:ext cx="2400336" cy="72010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충전소 찾기</a:t>
            </a:r>
            <a:endParaRPr lang="en-US" altLang="ko-KR" dirty="0"/>
          </a:p>
        </p:txBody>
      </p:sp>
      <p:sp>
        <p:nvSpPr>
          <p:cNvPr id="13" name="모서리가 둥근 직사각형 30">
            <a:extLst>
              <a:ext uri="{FF2B5EF4-FFF2-40B4-BE49-F238E27FC236}">
                <a16:creationId xmlns:a16="http://schemas.microsoft.com/office/drawing/2014/main" id="{C80C013D-96CF-4615-A92C-F5E07EE6224B}"/>
              </a:ext>
            </a:extLst>
          </p:cNvPr>
          <p:cNvSpPr/>
          <p:nvPr/>
        </p:nvSpPr>
        <p:spPr>
          <a:xfrm>
            <a:off x="8592354" y="3131024"/>
            <a:ext cx="2400336" cy="72010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로그인</a:t>
            </a:r>
            <a:endParaRPr lang="en-US" altLang="ko-KR" dirty="0"/>
          </a:p>
        </p:txBody>
      </p:sp>
      <p:sp>
        <p:nvSpPr>
          <p:cNvPr id="15" name="모서리가 둥근 직사각형 31">
            <a:extLst>
              <a:ext uri="{FF2B5EF4-FFF2-40B4-BE49-F238E27FC236}">
                <a16:creationId xmlns:a16="http://schemas.microsoft.com/office/drawing/2014/main" id="{082F6289-7705-44B7-AAD7-D668A0D41680}"/>
              </a:ext>
            </a:extLst>
          </p:cNvPr>
          <p:cNvSpPr/>
          <p:nvPr/>
        </p:nvSpPr>
        <p:spPr>
          <a:xfrm>
            <a:off x="9792522" y="5057765"/>
            <a:ext cx="2400336" cy="720100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계정 찾기</a:t>
            </a:r>
            <a:endParaRPr lang="en-US" altLang="ko-KR" dirty="0"/>
          </a:p>
        </p:txBody>
      </p: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6D51A5A1-62D7-4CA4-927A-A6665AA8A9CD}"/>
              </a:ext>
            </a:extLst>
          </p:cNvPr>
          <p:cNvCxnSpPr>
            <a:stCxn id="8" idx="2"/>
            <a:endCxn id="31" idx="0"/>
          </p:cNvCxnSpPr>
          <p:nvPr/>
        </p:nvCxnSpPr>
        <p:spPr>
          <a:xfrm rot="5400000">
            <a:off x="3856652" y="891676"/>
            <a:ext cx="782174" cy="369652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38DB664F-8330-420C-AD73-698F7BB3D521}"/>
              </a:ext>
            </a:extLst>
          </p:cNvPr>
          <p:cNvCxnSpPr>
            <a:cxnSpLocks/>
            <a:stCxn id="8" idx="2"/>
            <a:endCxn id="13" idx="0"/>
          </p:cNvCxnSpPr>
          <p:nvPr/>
        </p:nvCxnSpPr>
        <p:spPr>
          <a:xfrm rot="16200000" flipH="1">
            <a:off x="7553174" y="891676"/>
            <a:ext cx="782174" cy="36965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B38ED4A0-BA31-4B38-AB4B-BA455F08BB05}"/>
              </a:ext>
            </a:extLst>
          </p:cNvPr>
          <p:cNvCxnSpPr>
            <a:stCxn id="8" idx="2"/>
            <a:endCxn id="12" idx="0"/>
          </p:cNvCxnSpPr>
          <p:nvPr/>
        </p:nvCxnSpPr>
        <p:spPr>
          <a:xfrm>
            <a:off x="6096000" y="2348850"/>
            <a:ext cx="0" cy="782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F2BEAEA2-4A8B-4BB3-AC60-E7ED61A30CDE}"/>
              </a:ext>
            </a:extLst>
          </p:cNvPr>
          <p:cNvCxnSpPr>
            <a:stCxn id="13" idx="2"/>
            <a:endCxn id="15" idx="0"/>
          </p:cNvCxnSpPr>
          <p:nvPr/>
        </p:nvCxnSpPr>
        <p:spPr>
          <a:xfrm rot="16200000" flipH="1">
            <a:off x="9789286" y="3854360"/>
            <a:ext cx="1206641" cy="120016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CB5DDE03-E2B6-46A2-A823-0FBFFE172367}"/>
              </a:ext>
            </a:extLst>
          </p:cNvPr>
          <p:cNvCxnSpPr>
            <a:stCxn id="13" idx="2"/>
            <a:endCxn id="32" idx="0"/>
          </p:cNvCxnSpPr>
          <p:nvPr/>
        </p:nvCxnSpPr>
        <p:spPr>
          <a:xfrm rot="5400000">
            <a:off x="7869015" y="3134257"/>
            <a:ext cx="1206641" cy="264037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xy" rotWithShape="1">
          <a:gsLst>
            <a:gs pos="1980">
              <a:schemeClr val="lt1">
                <a:alpha val="100000"/>
              </a:schemeClr>
            </a:gs>
            <a:gs pos="99010">
              <a:srgbClr val="F2F2F2">
                <a:alpha val="100000"/>
              </a:srgbClr>
            </a:gs>
            <a:gs pos="18320">
              <a:schemeClr val="lt1">
                <a:alpha val="100000"/>
              </a:schemeClr>
            </a:gs>
            <a:gs pos="49500">
              <a:schemeClr val="lt1">
                <a:alpha val="100000"/>
              </a:schemeClr>
            </a:gs>
            <a:gs pos="65350">
              <a:schemeClr val="lt1">
                <a:alpha val="10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1080135"/>
            <a:ext cx="10801350" cy="720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91262" y="209169"/>
            <a:ext cx="106100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4000" dirty="0">
                <a:latin typeface="나눔고딕"/>
                <a:ea typeface="나눔고딕"/>
              </a:rPr>
              <a:t>프로세스 순서도</a:t>
            </a:r>
            <a:endParaRPr lang="en-US" altLang="ko-KR" sz="4000" dirty="0">
              <a:latin typeface="나눔고딕"/>
              <a:ea typeface="나눔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C173727-937B-4B61-8825-03ADC838534D}"/>
              </a:ext>
            </a:extLst>
          </p:cNvPr>
          <p:cNvSpPr/>
          <p:nvPr/>
        </p:nvSpPr>
        <p:spPr>
          <a:xfrm>
            <a:off x="4343422" y="3789050"/>
            <a:ext cx="1620225" cy="5184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로그인</a:t>
            </a:r>
          </a:p>
        </p:txBody>
      </p:sp>
      <p:sp>
        <p:nvSpPr>
          <p:cNvPr id="10" name="순서도: 데이터 9">
            <a:extLst>
              <a:ext uri="{FF2B5EF4-FFF2-40B4-BE49-F238E27FC236}">
                <a16:creationId xmlns:a16="http://schemas.microsoft.com/office/drawing/2014/main" id="{A3625DED-B85B-42E4-84A1-445B73252105}"/>
              </a:ext>
            </a:extLst>
          </p:cNvPr>
          <p:cNvSpPr/>
          <p:nvPr/>
        </p:nvSpPr>
        <p:spPr>
          <a:xfrm>
            <a:off x="2239339" y="2924930"/>
            <a:ext cx="1620225" cy="518472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사용자 위치</a:t>
            </a:r>
          </a:p>
        </p:txBody>
      </p:sp>
      <p:sp>
        <p:nvSpPr>
          <p:cNvPr id="11" name="순서도: 데이터 10">
            <a:extLst>
              <a:ext uri="{FF2B5EF4-FFF2-40B4-BE49-F238E27FC236}">
                <a16:creationId xmlns:a16="http://schemas.microsoft.com/office/drawing/2014/main" id="{A4979CEE-D420-496F-B553-A0F2A83AD8B3}"/>
              </a:ext>
            </a:extLst>
          </p:cNvPr>
          <p:cNvSpPr/>
          <p:nvPr/>
        </p:nvSpPr>
        <p:spPr>
          <a:xfrm>
            <a:off x="2239338" y="3482238"/>
            <a:ext cx="1620225" cy="518472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충전소 정보</a:t>
            </a:r>
          </a:p>
        </p:txBody>
      </p:sp>
      <p:sp>
        <p:nvSpPr>
          <p:cNvPr id="12" name="순서도: 데이터 11">
            <a:extLst>
              <a:ext uri="{FF2B5EF4-FFF2-40B4-BE49-F238E27FC236}">
                <a16:creationId xmlns:a16="http://schemas.microsoft.com/office/drawing/2014/main" id="{FE168C64-8C4D-4687-B436-91F390C9546A}"/>
              </a:ext>
            </a:extLst>
          </p:cNvPr>
          <p:cNvSpPr/>
          <p:nvPr/>
        </p:nvSpPr>
        <p:spPr>
          <a:xfrm>
            <a:off x="2243468" y="2371602"/>
            <a:ext cx="1620225" cy="518472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카카오 지도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A9BA0AB-7B33-4D70-8E87-195BF2119EF7}"/>
              </a:ext>
            </a:extLst>
          </p:cNvPr>
          <p:cNvSpPr/>
          <p:nvPr/>
        </p:nvSpPr>
        <p:spPr>
          <a:xfrm>
            <a:off x="4346021" y="2924930"/>
            <a:ext cx="1620225" cy="5184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메인 페이지</a:t>
            </a:r>
          </a:p>
        </p:txBody>
      </p:sp>
      <p:sp>
        <p:nvSpPr>
          <p:cNvPr id="14" name="순서도: 판단 13">
            <a:extLst>
              <a:ext uri="{FF2B5EF4-FFF2-40B4-BE49-F238E27FC236}">
                <a16:creationId xmlns:a16="http://schemas.microsoft.com/office/drawing/2014/main" id="{615A136C-65D1-4FEF-9776-076963616B10}"/>
              </a:ext>
            </a:extLst>
          </p:cNvPr>
          <p:cNvSpPr/>
          <p:nvPr/>
        </p:nvSpPr>
        <p:spPr>
          <a:xfrm>
            <a:off x="4346526" y="4591190"/>
            <a:ext cx="1620225" cy="517923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카카오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1ADE8EE-A766-444F-86EB-AF6CB96F3259}"/>
              </a:ext>
            </a:extLst>
          </p:cNvPr>
          <p:cNvSpPr/>
          <p:nvPr/>
        </p:nvSpPr>
        <p:spPr>
          <a:xfrm>
            <a:off x="2243468" y="4590641"/>
            <a:ext cx="1620225" cy="5184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카카오 로그인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CD54562-A8C3-47FC-A6A6-DA276DB28360}"/>
              </a:ext>
            </a:extLst>
          </p:cNvPr>
          <p:cNvSpPr/>
          <p:nvPr/>
        </p:nvSpPr>
        <p:spPr>
          <a:xfrm>
            <a:off x="6323501" y="4581160"/>
            <a:ext cx="1620225" cy="5184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일반 로그인</a:t>
            </a:r>
          </a:p>
        </p:txBody>
      </p:sp>
      <p:sp>
        <p:nvSpPr>
          <p:cNvPr id="17" name="순서도: 데이터 16">
            <a:extLst>
              <a:ext uri="{FF2B5EF4-FFF2-40B4-BE49-F238E27FC236}">
                <a16:creationId xmlns:a16="http://schemas.microsoft.com/office/drawing/2014/main" id="{AF97651E-26A9-4E2D-B889-61285C64F866}"/>
              </a:ext>
            </a:extLst>
          </p:cNvPr>
          <p:cNvSpPr/>
          <p:nvPr/>
        </p:nvSpPr>
        <p:spPr>
          <a:xfrm>
            <a:off x="4357643" y="6078968"/>
            <a:ext cx="1620225" cy="518472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사용자 정보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F44E00A-A32C-4EF7-A885-1BB71E71913B}"/>
              </a:ext>
            </a:extLst>
          </p:cNvPr>
          <p:cNvSpPr/>
          <p:nvPr/>
        </p:nvSpPr>
        <p:spPr>
          <a:xfrm>
            <a:off x="6323500" y="5279799"/>
            <a:ext cx="1620225" cy="5184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아이디 찾기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DB2E9A5-4760-4630-A41F-137117096722}"/>
              </a:ext>
            </a:extLst>
          </p:cNvPr>
          <p:cNvSpPr/>
          <p:nvPr/>
        </p:nvSpPr>
        <p:spPr>
          <a:xfrm>
            <a:off x="8278275" y="5286858"/>
            <a:ext cx="1620225" cy="5184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비밀번호 찾기</a:t>
            </a:r>
          </a:p>
        </p:txBody>
      </p:sp>
      <p:sp>
        <p:nvSpPr>
          <p:cNvPr id="20" name="순서도: 데이터 19">
            <a:extLst>
              <a:ext uri="{FF2B5EF4-FFF2-40B4-BE49-F238E27FC236}">
                <a16:creationId xmlns:a16="http://schemas.microsoft.com/office/drawing/2014/main" id="{E9A2E03E-B936-414E-9258-CAC9C9F363DF}"/>
              </a:ext>
            </a:extLst>
          </p:cNvPr>
          <p:cNvSpPr/>
          <p:nvPr/>
        </p:nvSpPr>
        <p:spPr>
          <a:xfrm>
            <a:off x="3016140" y="6078968"/>
            <a:ext cx="1620225" cy="518472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이메일 인증</a:t>
            </a:r>
          </a:p>
        </p:txBody>
      </p:sp>
      <p:sp>
        <p:nvSpPr>
          <p:cNvPr id="21" name="순서도: 데이터 20">
            <a:extLst>
              <a:ext uri="{FF2B5EF4-FFF2-40B4-BE49-F238E27FC236}">
                <a16:creationId xmlns:a16="http://schemas.microsoft.com/office/drawing/2014/main" id="{13433CE3-2D3D-43DA-A845-94A4BD06637C}"/>
              </a:ext>
            </a:extLst>
          </p:cNvPr>
          <p:cNvSpPr/>
          <p:nvPr/>
        </p:nvSpPr>
        <p:spPr>
          <a:xfrm>
            <a:off x="6323502" y="6075156"/>
            <a:ext cx="1620225" cy="518472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이메일 인증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B753275-8F51-43F5-AE6B-FA637E6A26C9}"/>
              </a:ext>
            </a:extLst>
          </p:cNvPr>
          <p:cNvSpPr/>
          <p:nvPr/>
        </p:nvSpPr>
        <p:spPr>
          <a:xfrm>
            <a:off x="4357643" y="5286858"/>
            <a:ext cx="1620225" cy="5184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회원가입</a:t>
            </a:r>
          </a:p>
        </p:txBody>
      </p:sp>
      <p:sp>
        <p:nvSpPr>
          <p:cNvPr id="23" name="순서도: 데이터 22">
            <a:extLst>
              <a:ext uri="{FF2B5EF4-FFF2-40B4-BE49-F238E27FC236}">
                <a16:creationId xmlns:a16="http://schemas.microsoft.com/office/drawing/2014/main" id="{FF66E5E8-26C7-4057-90D0-1F78C8196DF6}"/>
              </a:ext>
            </a:extLst>
          </p:cNvPr>
          <p:cNvSpPr/>
          <p:nvPr/>
        </p:nvSpPr>
        <p:spPr>
          <a:xfrm>
            <a:off x="8278274" y="6056273"/>
            <a:ext cx="1620225" cy="518472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사용자 정보</a:t>
            </a:r>
          </a:p>
        </p:txBody>
      </p:sp>
      <p:sp>
        <p:nvSpPr>
          <p:cNvPr id="24" name="순서도: 데이터 23">
            <a:extLst>
              <a:ext uri="{FF2B5EF4-FFF2-40B4-BE49-F238E27FC236}">
                <a16:creationId xmlns:a16="http://schemas.microsoft.com/office/drawing/2014/main" id="{0914D127-38A5-4D66-805C-4254C45E5A25}"/>
              </a:ext>
            </a:extLst>
          </p:cNvPr>
          <p:cNvSpPr/>
          <p:nvPr/>
        </p:nvSpPr>
        <p:spPr>
          <a:xfrm>
            <a:off x="9624490" y="6056273"/>
            <a:ext cx="1620225" cy="518472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이메일 인증</a:t>
            </a:r>
          </a:p>
        </p:txBody>
      </p:sp>
      <p:sp>
        <p:nvSpPr>
          <p:cNvPr id="25" name="순서도: 판단 24">
            <a:extLst>
              <a:ext uri="{FF2B5EF4-FFF2-40B4-BE49-F238E27FC236}">
                <a16:creationId xmlns:a16="http://schemas.microsoft.com/office/drawing/2014/main" id="{BFE2E3F2-0F5D-4B62-9F86-CE66A08D425F}"/>
              </a:ext>
            </a:extLst>
          </p:cNvPr>
          <p:cNvSpPr/>
          <p:nvPr/>
        </p:nvSpPr>
        <p:spPr>
          <a:xfrm>
            <a:off x="4346020" y="2060810"/>
            <a:ext cx="1620225" cy="517923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내보내기</a:t>
            </a:r>
          </a:p>
        </p:txBody>
      </p:sp>
      <p:sp>
        <p:nvSpPr>
          <p:cNvPr id="26" name="순서도: 데이터 25">
            <a:extLst>
              <a:ext uri="{FF2B5EF4-FFF2-40B4-BE49-F238E27FC236}">
                <a16:creationId xmlns:a16="http://schemas.microsoft.com/office/drawing/2014/main" id="{269464E0-402A-4536-8D60-34B779420AC0}"/>
              </a:ext>
            </a:extLst>
          </p:cNvPr>
          <p:cNvSpPr/>
          <p:nvPr/>
        </p:nvSpPr>
        <p:spPr>
          <a:xfrm>
            <a:off x="4346021" y="1340710"/>
            <a:ext cx="1620225" cy="518472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충전소 좌표</a:t>
            </a:r>
          </a:p>
        </p:txBody>
      </p:sp>
      <p:sp>
        <p:nvSpPr>
          <p:cNvPr id="27" name="모서리가 둥근 직사각형 53">
            <a:extLst>
              <a:ext uri="{FF2B5EF4-FFF2-40B4-BE49-F238E27FC236}">
                <a16:creationId xmlns:a16="http://schemas.microsoft.com/office/drawing/2014/main" id="{C641D24E-F6B1-4843-96DA-A376415CE1CA}"/>
              </a:ext>
            </a:extLst>
          </p:cNvPr>
          <p:cNvSpPr/>
          <p:nvPr/>
        </p:nvSpPr>
        <p:spPr>
          <a:xfrm>
            <a:off x="6323502" y="1340710"/>
            <a:ext cx="1620225" cy="518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카카오 </a:t>
            </a:r>
            <a:r>
              <a:rPr lang="ko-KR" altLang="en-US" sz="1200" dirty="0" err="1">
                <a:solidFill>
                  <a:sysClr val="windowText" lastClr="000000"/>
                </a:solidFill>
              </a:rPr>
              <a:t>네비</a:t>
            </a:r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78E09C9A-1AD1-4B35-8D97-FDEBC6FEB9B7}"/>
              </a:ext>
            </a:extLst>
          </p:cNvPr>
          <p:cNvCxnSpPr>
            <a:endCxn id="10" idx="2"/>
          </p:cNvCxnSpPr>
          <p:nvPr/>
        </p:nvCxnSpPr>
        <p:spPr>
          <a:xfrm>
            <a:off x="1788887" y="3184166"/>
            <a:ext cx="6124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4668CBE5-A9ED-4BD9-801E-DD02BEE9EC3A}"/>
              </a:ext>
            </a:extLst>
          </p:cNvPr>
          <p:cNvCxnSpPr>
            <a:stCxn id="10" idx="5"/>
            <a:endCxn id="13" idx="1"/>
          </p:cNvCxnSpPr>
          <p:nvPr/>
        </p:nvCxnSpPr>
        <p:spPr>
          <a:xfrm>
            <a:off x="3697542" y="3184166"/>
            <a:ext cx="6484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02E614F7-4314-4DF0-98E6-8D227BD03CA3}"/>
              </a:ext>
            </a:extLst>
          </p:cNvPr>
          <p:cNvCxnSpPr>
            <a:stCxn id="13" idx="2"/>
            <a:endCxn id="9" idx="0"/>
          </p:cNvCxnSpPr>
          <p:nvPr/>
        </p:nvCxnSpPr>
        <p:spPr>
          <a:xfrm flipH="1">
            <a:off x="5153535" y="3443402"/>
            <a:ext cx="2599" cy="345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53948194-1EAD-4F26-B940-D83659A945E5}"/>
              </a:ext>
            </a:extLst>
          </p:cNvPr>
          <p:cNvCxnSpPr>
            <a:stCxn id="9" idx="2"/>
            <a:endCxn id="14" idx="0"/>
          </p:cNvCxnSpPr>
          <p:nvPr/>
        </p:nvCxnSpPr>
        <p:spPr>
          <a:xfrm>
            <a:off x="5153535" y="4307522"/>
            <a:ext cx="3104" cy="283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6E7CF347-69FE-44C5-8D72-93EBD53DC582}"/>
              </a:ext>
            </a:extLst>
          </p:cNvPr>
          <p:cNvCxnSpPr>
            <a:stCxn id="14" idx="1"/>
            <a:endCxn id="15" idx="3"/>
          </p:cNvCxnSpPr>
          <p:nvPr/>
        </p:nvCxnSpPr>
        <p:spPr>
          <a:xfrm flipH="1" flipV="1">
            <a:off x="3863693" y="4849877"/>
            <a:ext cx="482833" cy="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AD9693DB-0AA8-4C42-8872-B310FDE1F73D}"/>
              </a:ext>
            </a:extLst>
          </p:cNvPr>
          <p:cNvCxnSpPr>
            <a:stCxn id="14" idx="2"/>
            <a:endCxn id="22" idx="0"/>
          </p:cNvCxnSpPr>
          <p:nvPr/>
        </p:nvCxnSpPr>
        <p:spPr>
          <a:xfrm>
            <a:off x="5156639" y="5109113"/>
            <a:ext cx="11117" cy="177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7BF0B992-1EBE-4ECB-9D69-98D1FA2A1E57}"/>
              </a:ext>
            </a:extLst>
          </p:cNvPr>
          <p:cNvCxnSpPr>
            <a:stCxn id="22" idx="2"/>
            <a:endCxn id="17" idx="1"/>
          </p:cNvCxnSpPr>
          <p:nvPr/>
        </p:nvCxnSpPr>
        <p:spPr>
          <a:xfrm>
            <a:off x="5167756" y="5805330"/>
            <a:ext cx="0" cy="273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6B9056B3-1B47-4A69-B435-14AA575F8179}"/>
              </a:ext>
            </a:extLst>
          </p:cNvPr>
          <p:cNvCxnSpPr>
            <a:stCxn id="14" idx="3"/>
            <a:endCxn id="16" idx="1"/>
          </p:cNvCxnSpPr>
          <p:nvPr/>
        </p:nvCxnSpPr>
        <p:spPr>
          <a:xfrm flipV="1">
            <a:off x="5966751" y="4840396"/>
            <a:ext cx="356750" cy="97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0B9F3138-27D8-4F30-B6EA-448E13C2E2FA}"/>
              </a:ext>
            </a:extLst>
          </p:cNvPr>
          <p:cNvCxnSpPr>
            <a:stCxn id="16" idx="2"/>
            <a:endCxn id="18" idx="0"/>
          </p:cNvCxnSpPr>
          <p:nvPr/>
        </p:nvCxnSpPr>
        <p:spPr>
          <a:xfrm flipH="1">
            <a:off x="7133613" y="5099632"/>
            <a:ext cx="1" cy="180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9675CDF1-D09E-4F18-B951-CAA55087ABCB}"/>
              </a:ext>
            </a:extLst>
          </p:cNvPr>
          <p:cNvCxnSpPr>
            <a:stCxn id="18" idx="2"/>
            <a:endCxn id="21" idx="1"/>
          </p:cNvCxnSpPr>
          <p:nvPr/>
        </p:nvCxnSpPr>
        <p:spPr>
          <a:xfrm>
            <a:off x="7133613" y="5798271"/>
            <a:ext cx="2" cy="2768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꺾인 연결선 86">
            <a:extLst>
              <a:ext uri="{FF2B5EF4-FFF2-40B4-BE49-F238E27FC236}">
                <a16:creationId xmlns:a16="http://schemas.microsoft.com/office/drawing/2014/main" id="{D80AB114-1CB9-4CCA-801A-EACC93FFB3AB}"/>
              </a:ext>
            </a:extLst>
          </p:cNvPr>
          <p:cNvCxnSpPr>
            <a:stCxn id="16" idx="3"/>
            <a:endCxn id="19" idx="0"/>
          </p:cNvCxnSpPr>
          <p:nvPr/>
        </p:nvCxnSpPr>
        <p:spPr>
          <a:xfrm>
            <a:off x="7943726" y="4840396"/>
            <a:ext cx="1144662" cy="44646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E543D914-F773-4245-BC49-BA564F0F6802}"/>
              </a:ext>
            </a:extLst>
          </p:cNvPr>
          <p:cNvCxnSpPr>
            <a:stCxn id="19" idx="2"/>
            <a:endCxn id="23" idx="1"/>
          </p:cNvCxnSpPr>
          <p:nvPr/>
        </p:nvCxnSpPr>
        <p:spPr>
          <a:xfrm flipH="1">
            <a:off x="9088387" y="5805330"/>
            <a:ext cx="1" cy="250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66F853F8-7AC3-4D62-846B-405D61448489}"/>
              </a:ext>
            </a:extLst>
          </p:cNvPr>
          <p:cNvCxnSpPr>
            <a:stCxn id="13" idx="0"/>
            <a:endCxn id="25" idx="2"/>
          </p:cNvCxnSpPr>
          <p:nvPr/>
        </p:nvCxnSpPr>
        <p:spPr>
          <a:xfrm flipH="1" flipV="1">
            <a:off x="5156133" y="2578733"/>
            <a:ext cx="1" cy="3461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1A4CA64E-BDD9-4812-905A-19F612100AE3}"/>
              </a:ext>
            </a:extLst>
          </p:cNvPr>
          <p:cNvCxnSpPr>
            <a:stCxn id="25" idx="0"/>
            <a:endCxn id="26" idx="4"/>
          </p:cNvCxnSpPr>
          <p:nvPr/>
        </p:nvCxnSpPr>
        <p:spPr>
          <a:xfrm flipV="1">
            <a:off x="5156133" y="1859182"/>
            <a:ext cx="1" cy="2016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571A2D93-F227-408B-A427-F77F0E9D052C}"/>
              </a:ext>
            </a:extLst>
          </p:cNvPr>
          <p:cNvCxnSpPr>
            <a:stCxn id="26" idx="5"/>
            <a:endCxn id="27" idx="1"/>
          </p:cNvCxnSpPr>
          <p:nvPr/>
        </p:nvCxnSpPr>
        <p:spPr>
          <a:xfrm>
            <a:off x="5804224" y="1599946"/>
            <a:ext cx="5192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모서리가 둥근 직사각형 32">
            <a:extLst>
              <a:ext uri="{FF2B5EF4-FFF2-40B4-BE49-F238E27FC236}">
                <a16:creationId xmlns:a16="http://schemas.microsoft.com/office/drawing/2014/main" id="{CEAA2769-8638-4A93-BDAE-5981161DC304}"/>
              </a:ext>
            </a:extLst>
          </p:cNvPr>
          <p:cNvSpPr/>
          <p:nvPr/>
        </p:nvSpPr>
        <p:spPr>
          <a:xfrm>
            <a:off x="168662" y="2924930"/>
            <a:ext cx="1620225" cy="518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사용자 접속</a:t>
            </a:r>
          </a:p>
        </p:txBody>
      </p:sp>
    </p:spTree>
    <p:extLst>
      <p:ext uri="{BB962C8B-B14F-4D97-AF65-F5344CB8AC3E}">
        <p14:creationId xmlns:p14="http://schemas.microsoft.com/office/powerpoint/2010/main" val="123284228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xy" rotWithShape="1">
          <a:gsLst>
            <a:gs pos="1980">
              <a:schemeClr val="lt1">
                <a:alpha val="100000"/>
              </a:schemeClr>
            </a:gs>
            <a:gs pos="99010">
              <a:srgbClr val="F2F2F2">
                <a:alpha val="100000"/>
              </a:srgbClr>
            </a:gs>
            <a:gs pos="18320">
              <a:schemeClr val="lt1">
                <a:alpha val="100000"/>
              </a:schemeClr>
            </a:gs>
            <a:gs pos="49500">
              <a:schemeClr val="lt1">
                <a:alpha val="100000"/>
              </a:schemeClr>
            </a:gs>
            <a:gs pos="65350">
              <a:schemeClr val="lt1">
                <a:alpha val="10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1080135"/>
            <a:ext cx="10801350" cy="720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91262" y="209169"/>
            <a:ext cx="106100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4000">
                <a:latin typeface="나눔고딕"/>
                <a:ea typeface="나눔고딕"/>
              </a:rPr>
              <a:t>화면 레이아웃 구성</a:t>
            </a:r>
            <a:endParaRPr lang="en-US" altLang="ko-KR" sz="4000" dirty="0">
              <a:latin typeface="나눔고딕"/>
              <a:ea typeface="나눔고딕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0A2478E-52BC-4F09-992F-295F4BCE8230}"/>
              </a:ext>
            </a:extLst>
          </p:cNvPr>
          <p:cNvSpPr/>
          <p:nvPr/>
        </p:nvSpPr>
        <p:spPr>
          <a:xfrm>
            <a:off x="191262" y="1251584"/>
            <a:ext cx="4536548" cy="5500579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73F5C6-BB5C-4751-BD37-0775A191C36F}"/>
              </a:ext>
            </a:extLst>
          </p:cNvPr>
          <p:cNvSpPr txBox="1"/>
          <p:nvPr/>
        </p:nvSpPr>
        <p:spPr>
          <a:xfrm>
            <a:off x="239385" y="1237361"/>
            <a:ext cx="10319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  <a:t>#Logo</a:t>
            </a:r>
            <a:endParaRPr lang="ko-KR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25BAC6D-8573-4B7F-AB97-7C4829F24B30}"/>
              </a:ext>
            </a:extLst>
          </p:cNvPr>
          <p:cNvCxnSpPr>
            <a:cxnSpLocks/>
          </p:cNvCxnSpPr>
          <p:nvPr/>
        </p:nvCxnSpPr>
        <p:spPr>
          <a:xfrm>
            <a:off x="191262" y="1264629"/>
            <a:ext cx="4536548" cy="130025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188642A-85B9-4072-A876-765B691B25D0}"/>
              </a:ext>
            </a:extLst>
          </p:cNvPr>
          <p:cNvCxnSpPr>
            <a:cxnSpLocks/>
          </p:cNvCxnSpPr>
          <p:nvPr/>
        </p:nvCxnSpPr>
        <p:spPr>
          <a:xfrm flipH="1">
            <a:off x="191262" y="1264629"/>
            <a:ext cx="4536548" cy="130025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E8DA8F1F-3ED3-4F5A-B476-822618E556A9}"/>
              </a:ext>
            </a:extLst>
          </p:cNvPr>
          <p:cNvCxnSpPr>
            <a:cxnSpLocks/>
          </p:cNvCxnSpPr>
          <p:nvPr/>
        </p:nvCxnSpPr>
        <p:spPr>
          <a:xfrm>
            <a:off x="191262" y="2584523"/>
            <a:ext cx="4536548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B136D984-1D48-4A22-AC3E-3C173AB584E0}"/>
              </a:ext>
            </a:extLst>
          </p:cNvPr>
          <p:cNvCxnSpPr>
            <a:cxnSpLocks/>
          </p:cNvCxnSpPr>
          <p:nvPr/>
        </p:nvCxnSpPr>
        <p:spPr>
          <a:xfrm>
            <a:off x="191262" y="3933070"/>
            <a:ext cx="4536548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DE4F6A2C-EB33-4EDC-B188-863B36BE8143}"/>
              </a:ext>
            </a:extLst>
          </p:cNvPr>
          <p:cNvCxnSpPr>
            <a:cxnSpLocks/>
          </p:cNvCxnSpPr>
          <p:nvPr/>
        </p:nvCxnSpPr>
        <p:spPr>
          <a:xfrm>
            <a:off x="191262" y="5386749"/>
            <a:ext cx="4536548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69F9955-C465-4ED3-A369-BEA60D504CA9}"/>
              </a:ext>
            </a:extLst>
          </p:cNvPr>
          <p:cNvSpPr txBox="1"/>
          <p:nvPr/>
        </p:nvSpPr>
        <p:spPr>
          <a:xfrm>
            <a:off x="1815770" y="1756845"/>
            <a:ext cx="1287532" cy="30777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65000"/>
                  </a:schemeClr>
                </a:solidFill>
              </a:rPr>
              <a:t>이미지형 배너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100D349-240D-48C8-B781-331A7016AF66}"/>
              </a:ext>
            </a:extLst>
          </p:cNvPr>
          <p:cNvSpPr/>
          <p:nvPr/>
        </p:nvSpPr>
        <p:spPr>
          <a:xfrm>
            <a:off x="4439770" y="1524541"/>
            <a:ext cx="288040" cy="76741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A629D8E-6F2C-45DA-9589-1660526A02F3}"/>
              </a:ext>
            </a:extLst>
          </p:cNvPr>
          <p:cNvSpPr txBox="1"/>
          <p:nvPr/>
        </p:nvSpPr>
        <p:spPr>
          <a:xfrm>
            <a:off x="4404093" y="1603670"/>
            <a:ext cx="359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65000"/>
                  </a:schemeClr>
                </a:solidFill>
              </a:rPr>
              <a:t>메</a:t>
            </a:r>
            <a:endParaRPr lang="en-US" altLang="ko-KR" sz="1400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ko-KR" altLang="en-US" sz="1400" dirty="0">
                <a:solidFill>
                  <a:schemeClr val="bg1">
                    <a:lumMod val="65000"/>
                  </a:schemeClr>
                </a:solidFill>
              </a:rPr>
              <a:t>뉴</a:t>
            </a: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F4D8ECB9-0EB5-4C0E-9F40-FAD3F75A23DE}"/>
              </a:ext>
            </a:extLst>
          </p:cNvPr>
          <p:cNvCxnSpPr>
            <a:cxnSpLocks/>
          </p:cNvCxnSpPr>
          <p:nvPr/>
        </p:nvCxnSpPr>
        <p:spPr>
          <a:xfrm>
            <a:off x="191262" y="6309400"/>
            <a:ext cx="4536548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46E1FD4-275C-4C8B-B228-FEFF091FC5B6}"/>
              </a:ext>
            </a:extLst>
          </p:cNvPr>
          <p:cNvSpPr/>
          <p:nvPr/>
        </p:nvSpPr>
        <p:spPr>
          <a:xfrm>
            <a:off x="335200" y="5668702"/>
            <a:ext cx="867382" cy="54473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4832D022-8A2D-47BF-9C88-262BC7D83397}"/>
              </a:ext>
            </a:extLst>
          </p:cNvPr>
          <p:cNvSpPr/>
          <p:nvPr/>
        </p:nvSpPr>
        <p:spPr>
          <a:xfrm>
            <a:off x="1455360" y="5659276"/>
            <a:ext cx="867382" cy="54473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0709ABB9-CF69-4A3F-A43B-591FB5D27E89}"/>
              </a:ext>
            </a:extLst>
          </p:cNvPr>
          <p:cNvSpPr/>
          <p:nvPr/>
        </p:nvSpPr>
        <p:spPr>
          <a:xfrm>
            <a:off x="2571128" y="5668702"/>
            <a:ext cx="867382" cy="54473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2BE1A41D-C672-4F50-BC26-5984CFEEE642}"/>
              </a:ext>
            </a:extLst>
          </p:cNvPr>
          <p:cNvSpPr/>
          <p:nvPr/>
        </p:nvSpPr>
        <p:spPr>
          <a:xfrm>
            <a:off x="3691288" y="5676875"/>
            <a:ext cx="892502" cy="5605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0E20F6E-184F-40F7-9C21-8CD17646A977}"/>
              </a:ext>
            </a:extLst>
          </p:cNvPr>
          <p:cNvSpPr txBox="1"/>
          <p:nvPr/>
        </p:nvSpPr>
        <p:spPr>
          <a:xfrm>
            <a:off x="277410" y="5379507"/>
            <a:ext cx="9829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>
                <a:solidFill>
                  <a:schemeClr val="bg1">
                    <a:lumMod val="65000"/>
                  </a:schemeClr>
                </a:solidFill>
              </a:rPr>
              <a:t>Developers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xy" rotWithShape="1">
          <a:gsLst>
            <a:gs pos="1980">
              <a:schemeClr val="lt1">
                <a:alpha val="100000"/>
              </a:schemeClr>
            </a:gs>
            <a:gs pos="99010">
              <a:srgbClr val="F2F2F2">
                <a:alpha val="100000"/>
              </a:srgbClr>
            </a:gs>
            <a:gs pos="18320">
              <a:schemeClr val="lt1">
                <a:alpha val="100000"/>
              </a:schemeClr>
            </a:gs>
            <a:gs pos="49500">
              <a:schemeClr val="lt1">
                <a:alpha val="100000"/>
              </a:schemeClr>
            </a:gs>
            <a:gs pos="65350">
              <a:schemeClr val="lt1">
                <a:alpha val="10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1044130"/>
            <a:ext cx="10992612" cy="7328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91262" y="209169"/>
            <a:ext cx="106100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000" dirty="0">
                <a:latin typeface="나눔고딕"/>
                <a:ea typeface="나눔고딕"/>
              </a:rPr>
              <a:t>#1 </a:t>
            </a:r>
            <a:r>
              <a:rPr lang="ko-KR" altLang="en-US" sz="4000" dirty="0">
                <a:latin typeface="나눔고딕"/>
                <a:ea typeface="나눔고딕"/>
              </a:rPr>
              <a:t>서브 페이지</a:t>
            </a:r>
            <a:endParaRPr lang="en-US" altLang="ko-KR" sz="4000" dirty="0">
              <a:latin typeface="나눔고딕"/>
              <a:ea typeface="나눔고딕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F405DDF-9663-41FF-9D31-CA7AD6140398}"/>
              </a:ext>
            </a:extLst>
          </p:cNvPr>
          <p:cNvSpPr/>
          <p:nvPr/>
        </p:nvSpPr>
        <p:spPr>
          <a:xfrm>
            <a:off x="191262" y="1162054"/>
            <a:ext cx="10801350" cy="5633847"/>
          </a:xfrm>
          <a:prstGeom prst="rect">
            <a:avLst/>
          </a:prstGeom>
          <a:solidFill>
            <a:schemeClr val="bg1"/>
          </a:solidFill>
          <a:ln w="38100"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448BAE0-83A4-4CE3-BED9-CBFF9E5B559F}"/>
              </a:ext>
            </a:extLst>
          </p:cNvPr>
          <p:cNvSpPr/>
          <p:nvPr/>
        </p:nvSpPr>
        <p:spPr>
          <a:xfrm>
            <a:off x="263190" y="1219127"/>
            <a:ext cx="1224089" cy="4096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개발자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7110491-44AD-4B42-82A0-A5C9903B9F69}"/>
              </a:ext>
            </a:extLst>
          </p:cNvPr>
          <p:cNvSpPr/>
          <p:nvPr/>
        </p:nvSpPr>
        <p:spPr>
          <a:xfrm>
            <a:off x="263190" y="1628750"/>
            <a:ext cx="1224090" cy="4096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작성 일자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3F67EEA-E602-40D9-8245-DBF35FCC09E0}"/>
              </a:ext>
            </a:extLst>
          </p:cNvPr>
          <p:cNvSpPr/>
          <p:nvPr/>
        </p:nvSpPr>
        <p:spPr>
          <a:xfrm>
            <a:off x="1487280" y="1219126"/>
            <a:ext cx="2016360" cy="4096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K-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복학생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BCAB5BC-B988-44EE-BC45-F50F27FFBD8B}"/>
              </a:ext>
            </a:extLst>
          </p:cNvPr>
          <p:cNvSpPr/>
          <p:nvPr/>
        </p:nvSpPr>
        <p:spPr>
          <a:xfrm>
            <a:off x="1487280" y="1628749"/>
            <a:ext cx="2016360" cy="4096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2021-03-22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4668A79-A855-4275-97BC-143CBB9CC26D}"/>
              </a:ext>
            </a:extLst>
          </p:cNvPr>
          <p:cNvSpPr/>
          <p:nvPr/>
        </p:nvSpPr>
        <p:spPr>
          <a:xfrm>
            <a:off x="3503083" y="1628748"/>
            <a:ext cx="1224089" cy="4096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URL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F132F57-C87D-48AD-B41A-08F0544630AE}"/>
              </a:ext>
            </a:extLst>
          </p:cNvPr>
          <p:cNvSpPr/>
          <p:nvPr/>
        </p:nvSpPr>
        <p:spPr>
          <a:xfrm>
            <a:off x="3503082" y="1219124"/>
            <a:ext cx="1224089" cy="4096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페이지 정보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1FE4408-3512-488C-A0AF-F81C2FCA2B93}"/>
              </a:ext>
            </a:extLst>
          </p:cNvPr>
          <p:cNvSpPr/>
          <p:nvPr/>
        </p:nvSpPr>
        <p:spPr>
          <a:xfrm>
            <a:off x="4726612" y="1221133"/>
            <a:ext cx="2953607" cy="4096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서브페이지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로그인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59DB677-95F4-46E4-93D9-32565358C3CB}"/>
              </a:ext>
            </a:extLst>
          </p:cNvPr>
          <p:cNvSpPr/>
          <p:nvPr/>
        </p:nvSpPr>
        <p:spPr>
          <a:xfrm>
            <a:off x="4723146" y="1630756"/>
            <a:ext cx="2957074" cy="4096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Login.com(</a:t>
            </a:r>
            <a:r>
              <a:rPr lang="ko-KR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백엔드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만지고 바꿈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16888FFE-368E-4C20-B3D6-AA015C980DAF}"/>
              </a:ext>
            </a:extLst>
          </p:cNvPr>
          <p:cNvCxnSpPr>
            <a:cxnSpLocks/>
          </p:cNvCxnSpPr>
          <p:nvPr/>
        </p:nvCxnSpPr>
        <p:spPr>
          <a:xfrm>
            <a:off x="256113" y="1628747"/>
            <a:ext cx="7424107" cy="100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5E37B9F-3A01-42EE-BF3F-536CC399EF1B}"/>
              </a:ext>
            </a:extLst>
          </p:cNvPr>
          <p:cNvSpPr/>
          <p:nvPr/>
        </p:nvSpPr>
        <p:spPr>
          <a:xfrm>
            <a:off x="263190" y="2117064"/>
            <a:ext cx="7417029" cy="45523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984D08-8693-4650-9297-521E680552ED}"/>
              </a:ext>
            </a:extLst>
          </p:cNvPr>
          <p:cNvSpPr txBox="1"/>
          <p:nvPr/>
        </p:nvSpPr>
        <p:spPr>
          <a:xfrm>
            <a:off x="3431630" y="2492870"/>
            <a:ext cx="1079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로그인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51F43B1C-6E90-4C68-A560-4DB8F9FBD3A3}"/>
              </a:ext>
            </a:extLst>
          </p:cNvPr>
          <p:cNvCxnSpPr>
            <a:cxnSpLocks/>
          </p:cNvCxnSpPr>
          <p:nvPr/>
        </p:nvCxnSpPr>
        <p:spPr>
          <a:xfrm flipV="1">
            <a:off x="2063440" y="2996940"/>
            <a:ext cx="0" cy="4320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24E1C6C6-52BD-4231-9919-5E0C893F6991}"/>
              </a:ext>
            </a:extLst>
          </p:cNvPr>
          <p:cNvCxnSpPr/>
          <p:nvPr/>
        </p:nvCxnSpPr>
        <p:spPr>
          <a:xfrm>
            <a:off x="2063440" y="2996940"/>
            <a:ext cx="100814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25925163-ED4C-4439-B671-42F6708DE315}"/>
              </a:ext>
            </a:extLst>
          </p:cNvPr>
          <p:cNvCxnSpPr>
            <a:cxnSpLocks/>
          </p:cNvCxnSpPr>
          <p:nvPr/>
        </p:nvCxnSpPr>
        <p:spPr>
          <a:xfrm>
            <a:off x="3071580" y="2996940"/>
            <a:ext cx="0" cy="4320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8296261-F6AD-40B2-8C42-534D3E09587E}"/>
              </a:ext>
            </a:extLst>
          </p:cNvPr>
          <p:cNvCxnSpPr>
            <a:cxnSpLocks/>
          </p:cNvCxnSpPr>
          <p:nvPr/>
        </p:nvCxnSpPr>
        <p:spPr>
          <a:xfrm>
            <a:off x="3071580" y="3429000"/>
            <a:ext cx="28804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B282E3B-BACC-451A-BD45-A653CDD02FB8}"/>
              </a:ext>
            </a:extLst>
          </p:cNvPr>
          <p:cNvSpPr txBox="1"/>
          <p:nvPr/>
        </p:nvSpPr>
        <p:spPr>
          <a:xfrm>
            <a:off x="2207460" y="3068950"/>
            <a:ext cx="74251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/>
              <a:t>로그인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07BA0B0A-83E1-43FB-AE83-101A2D46AD52}"/>
              </a:ext>
            </a:extLst>
          </p:cNvPr>
          <p:cNvSpPr/>
          <p:nvPr/>
        </p:nvSpPr>
        <p:spPr>
          <a:xfrm>
            <a:off x="2063440" y="3501010"/>
            <a:ext cx="3888540" cy="4320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94C3DC5-50C7-447A-88C6-7BE25129AADB}"/>
              </a:ext>
            </a:extLst>
          </p:cNvPr>
          <p:cNvSpPr txBox="1"/>
          <p:nvPr/>
        </p:nvSpPr>
        <p:spPr>
          <a:xfrm>
            <a:off x="2135450" y="3573020"/>
            <a:ext cx="20345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아이디를 입력해주세요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D6E093A4-F496-49B1-9104-0B03D4BEFD28}"/>
              </a:ext>
            </a:extLst>
          </p:cNvPr>
          <p:cNvSpPr/>
          <p:nvPr/>
        </p:nvSpPr>
        <p:spPr>
          <a:xfrm>
            <a:off x="2063440" y="4005082"/>
            <a:ext cx="3888540" cy="4320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F9F2622-2D83-474C-8B5E-D24E106FD7E5}"/>
              </a:ext>
            </a:extLst>
          </p:cNvPr>
          <p:cNvSpPr txBox="1"/>
          <p:nvPr/>
        </p:nvSpPr>
        <p:spPr>
          <a:xfrm>
            <a:off x="2135450" y="4077090"/>
            <a:ext cx="22765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비밀번호를 입력해주세요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758E837B-D2CD-4E0D-97AC-123226DF0A62}"/>
              </a:ext>
            </a:extLst>
          </p:cNvPr>
          <p:cNvSpPr/>
          <p:nvPr/>
        </p:nvSpPr>
        <p:spPr>
          <a:xfrm>
            <a:off x="2063440" y="4509152"/>
            <a:ext cx="3888540" cy="4320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D5D5648-55FA-4B99-BD6E-44429FF3627B}"/>
              </a:ext>
            </a:extLst>
          </p:cNvPr>
          <p:cNvSpPr txBox="1"/>
          <p:nvPr/>
        </p:nvSpPr>
        <p:spPr>
          <a:xfrm>
            <a:off x="3578746" y="4530646"/>
            <a:ext cx="7809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로그인</a:t>
            </a:r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1BA3FA78-2581-42DF-ADEE-8F4DB16735E5}"/>
              </a:ext>
            </a:extLst>
          </p:cNvPr>
          <p:cNvCxnSpPr/>
          <p:nvPr/>
        </p:nvCxnSpPr>
        <p:spPr>
          <a:xfrm flipV="1">
            <a:off x="2063440" y="5373269"/>
            <a:ext cx="3888540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B06FFF4D-4DF8-460A-9DDF-708EDAF65728}"/>
              </a:ext>
            </a:extLst>
          </p:cNvPr>
          <p:cNvSpPr/>
          <p:nvPr/>
        </p:nvSpPr>
        <p:spPr>
          <a:xfrm>
            <a:off x="2063440" y="5445282"/>
            <a:ext cx="3888540" cy="4320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카카오 로그인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860D4A17-DF0D-4BFC-A944-FA6A666BC65B}"/>
              </a:ext>
            </a:extLst>
          </p:cNvPr>
          <p:cNvSpPr/>
          <p:nvPr/>
        </p:nvSpPr>
        <p:spPr>
          <a:xfrm>
            <a:off x="263190" y="6093374"/>
            <a:ext cx="7417030" cy="5760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A71B52D-D236-455A-9356-010CD8635338}"/>
              </a:ext>
            </a:extLst>
          </p:cNvPr>
          <p:cNvSpPr txBox="1"/>
          <p:nvPr/>
        </p:nvSpPr>
        <p:spPr>
          <a:xfrm>
            <a:off x="407210" y="6206616"/>
            <a:ext cx="9653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#Footer</a:t>
            </a:r>
            <a:endParaRPr lang="ko-KR" altLang="en-US" sz="1600" dirty="0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E9A9FA81-E62A-4E34-B455-129E7D9E0C3E}"/>
              </a:ext>
            </a:extLst>
          </p:cNvPr>
          <p:cNvSpPr/>
          <p:nvPr/>
        </p:nvSpPr>
        <p:spPr>
          <a:xfrm>
            <a:off x="407210" y="2204830"/>
            <a:ext cx="1584220" cy="4172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346426-EBF9-41E7-847A-48C7B164E710}"/>
              </a:ext>
            </a:extLst>
          </p:cNvPr>
          <p:cNvSpPr txBox="1"/>
          <p:nvPr/>
        </p:nvSpPr>
        <p:spPr>
          <a:xfrm>
            <a:off x="479220" y="2276840"/>
            <a:ext cx="14205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#Head(Logo)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73018F74-102E-418F-A7FC-1F45F0934619}"/>
              </a:ext>
            </a:extLst>
          </p:cNvPr>
          <p:cNvSpPr/>
          <p:nvPr/>
        </p:nvSpPr>
        <p:spPr>
          <a:xfrm>
            <a:off x="7701404" y="2107691"/>
            <a:ext cx="3228789" cy="31316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화면 기능 설명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B11FF3A4-F5E7-4E65-AC0F-00532065E6A3}"/>
              </a:ext>
            </a:extLst>
          </p:cNvPr>
          <p:cNvSpPr/>
          <p:nvPr/>
        </p:nvSpPr>
        <p:spPr>
          <a:xfrm>
            <a:off x="7701404" y="2420860"/>
            <a:ext cx="3228789" cy="422797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04C982D-A5CB-48B6-B6C0-8182C9CC5535}"/>
              </a:ext>
            </a:extLst>
          </p:cNvPr>
          <p:cNvSpPr/>
          <p:nvPr/>
        </p:nvSpPr>
        <p:spPr>
          <a:xfrm>
            <a:off x="396235" y="2208874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5C109F0A-CC36-4EC5-81AB-656FCBF9A9CB}"/>
              </a:ext>
            </a:extLst>
          </p:cNvPr>
          <p:cNvCxnSpPr>
            <a:cxnSpLocks/>
          </p:cNvCxnSpPr>
          <p:nvPr/>
        </p:nvCxnSpPr>
        <p:spPr>
          <a:xfrm>
            <a:off x="8184290" y="2420860"/>
            <a:ext cx="0" cy="422797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786FE3C4-F1F3-4A00-A4CC-4F9219678150}"/>
              </a:ext>
            </a:extLst>
          </p:cNvPr>
          <p:cNvCxnSpPr>
            <a:cxnSpLocks/>
          </p:cNvCxnSpPr>
          <p:nvPr/>
        </p:nvCxnSpPr>
        <p:spPr>
          <a:xfrm flipV="1">
            <a:off x="7680220" y="3356990"/>
            <a:ext cx="3249973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8C849500-686E-4C0C-BA9A-785C561C4CA2}"/>
              </a:ext>
            </a:extLst>
          </p:cNvPr>
          <p:cNvSpPr/>
          <p:nvPr/>
        </p:nvSpPr>
        <p:spPr>
          <a:xfrm>
            <a:off x="7843917" y="2780910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8FCD344-B99C-458A-B543-55666F2A154A}"/>
              </a:ext>
            </a:extLst>
          </p:cNvPr>
          <p:cNvSpPr txBox="1"/>
          <p:nvPr/>
        </p:nvSpPr>
        <p:spPr>
          <a:xfrm>
            <a:off x="8377385" y="2633129"/>
            <a:ext cx="196720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사이트 메인 로고</a:t>
            </a:r>
            <a:endParaRPr lang="en-US" altLang="ko-KR" sz="900" dirty="0"/>
          </a:p>
          <a:p>
            <a:r>
              <a:rPr lang="ko-KR" altLang="en-US" sz="900" dirty="0"/>
              <a:t>메인 및 서브 전 페이지 동일한 위치</a:t>
            </a:r>
            <a:endParaRPr lang="en-US" altLang="ko-KR" sz="900" dirty="0"/>
          </a:p>
          <a:p>
            <a:r>
              <a:rPr lang="ko-KR" altLang="en-US" sz="900" dirty="0"/>
              <a:t>클릭 시 메인 페이지로 이동</a:t>
            </a:r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B07FDE2D-E478-45B5-B9E2-A311CA09BCEC}"/>
              </a:ext>
            </a:extLst>
          </p:cNvPr>
          <p:cNvCxnSpPr>
            <a:cxnSpLocks/>
          </p:cNvCxnSpPr>
          <p:nvPr/>
        </p:nvCxnSpPr>
        <p:spPr>
          <a:xfrm flipV="1">
            <a:off x="7681745" y="4293119"/>
            <a:ext cx="3249973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B7BE894B-AE88-4B85-95B8-3EF57AE18E8B}"/>
              </a:ext>
            </a:extLst>
          </p:cNvPr>
          <p:cNvSpPr/>
          <p:nvPr/>
        </p:nvSpPr>
        <p:spPr>
          <a:xfrm>
            <a:off x="7843917" y="3736717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8C1B5564-0947-411C-B345-4476AC34C577}"/>
              </a:ext>
            </a:extLst>
          </p:cNvPr>
          <p:cNvSpPr/>
          <p:nvPr/>
        </p:nvSpPr>
        <p:spPr>
          <a:xfrm>
            <a:off x="2072052" y="5026546"/>
            <a:ext cx="2438719" cy="27471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6B17406-3AF4-4D65-971A-28ACB2E758D9}"/>
              </a:ext>
            </a:extLst>
          </p:cNvPr>
          <p:cNvSpPr txBox="1"/>
          <p:nvPr/>
        </p:nvSpPr>
        <p:spPr>
          <a:xfrm>
            <a:off x="2324510" y="5055039"/>
            <a:ext cx="6030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ID </a:t>
            </a:r>
            <a:r>
              <a:rPr lang="ko-KR" altLang="en-US" sz="1000" dirty="0"/>
              <a:t>찾기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A842CFA-04D6-4F48-8E47-2D231B854182}"/>
              </a:ext>
            </a:extLst>
          </p:cNvPr>
          <p:cNvSpPr txBox="1"/>
          <p:nvPr/>
        </p:nvSpPr>
        <p:spPr>
          <a:xfrm>
            <a:off x="2890347" y="5055039"/>
            <a:ext cx="9733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비밀번호 찾기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59AE4DE-D00B-462D-8375-CE45E8EA622C}"/>
              </a:ext>
            </a:extLst>
          </p:cNvPr>
          <p:cNvSpPr txBox="1"/>
          <p:nvPr/>
        </p:nvSpPr>
        <p:spPr>
          <a:xfrm>
            <a:off x="3754967" y="5055039"/>
            <a:ext cx="6848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회원가입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DA8DFBDF-00CD-40DE-B046-B1C51CD5ED74}"/>
              </a:ext>
            </a:extLst>
          </p:cNvPr>
          <p:cNvSpPr/>
          <p:nvPr/>
        </p:nvSpPr>
        <p:spPr>
          <a:xfrm>
            <a:off x="2063440" y="5032897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E5CE7C6-9002-4009-B582-B43F66DAC683}"/>
              </a:ext>
            </a:extLst>
          </p:cNvPr>
          <p:cNvSpPr txBox="1"/>
          <p:nvPr/>
        </p:nvSpPr>
        <p:spPr>
          <a:xfrm>
            <a:off x="8349382" y="3501010"/>
            <a:ext cx="2427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기본적인 사용자 등록 및 수정 기능</a:t>
            </a:r>
            <a:endParaRPr lang="en-US" altLang="ko-KR" sz="900" dirty="0"/>
          </a:p>
          <a:p>
            <a:r>
              <a:rPr lang="en-US" altLang="ko-KR" sz="900" dirty="0"/>
              <a:t>ID </a:t>
            </a:r>
            <a:r>
              <a:rPr lang="ko-KR" altLang="en-US" sz="900" dirty="0"/>
              <a:t>찾기 </a:t>
            </a:r>
            <a:r>
              <a:rPr lang="en-US" altLang="ko-KR" sz="900" dirty="0"/>
              <a:t>-&gt; ID</a:t>
            </a:r>
            <a:r>
              <a:rPr lang="ko-KR" altLang="en-US" sz="900" dirty="0"/>
              <a:t> 찾기 페이지 이동</a:t>
            </a:r>
            <a:endParaRPr lang="en-US" altLang="ko-KR" sz="900" dirty="0"/>
          </a:p>
          <a:p>
            <a:r>
              <a:rPr lang="ko-KR" altLang="en-US" sz="900" dirty="0"/>
              <a:t>비밀번호 찾기 </a:t>
            </a:r>
            <a:r>
              <a:rPr lang="en-US" altLang="ko-KR" sz="900" dirty="0"/>
              <a:t>-&gt; </a:t>
            </a:r>
            <a:r>
              <a:rPr lang="ko-KR" altLang="en-US" sz="900" dirty="0"/>
              <a:t>비밀번호 찾기 페이지 이동</a:t>
            </a:r>
            <a:endParaRPr lang="en-US" altLang="ko-KR" sz="900" dirty="0"/>
          </a:p>
          <a:p>
            <a:r>
              <a:rPr lang="ko-KR" altLang="en-US" sz="900" dirty="0"/>
              <a:t>회원가입 </a:t>
            </a:r>
            <a:r>
              <a:rPr lang="en-US" altLang="ko-KR" sz="900" dirty="0"/>
              <a:t>-&gt; </a:t>
            </a:r>
            <a:r>
              <a:rPr lang="ko-KR" altLang="en-US" sz="900" dirty="0"/>
              <a:t>회원가입 페이지 이동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CCE4A690-0AE0-49B8-AF3C-F9D3C39A0785}"/>
              </a:ext>
            </a:extLst>
          </p:cNvPr>
          <p:cNvSpPr/>
          <p:nvPr/>
        </p:nvSpPr>
        <p:spPr>
          <a:xfrm>
            <a:off x="2063440" y="5451006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4384BC24-5862-4851-ADE8-D22B49741529}"/>
              </a:ext>
            </a:extLst>
          </p:cNvPr>
          <p:cNvCxnSpPr>
            <a:cxnSpLocks/>
          </p:cNvCxnSpPr>
          <p:nvPr/>
        </p:nvCxnSpPr>
        <p:spPr>
          <a:xfrm flipV="1">
            <a:off x="7686925" y="5445279"/>
            <a:ext cx="3249973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BE8862CD-7702-4D1A-8A1A-F29B1C009058}"/>
              </a:ext>
            </a:extLst>
          </p:cNvPr>
          <p:cNvSpPr/>
          <p:nvPr/>
        </p:nvSpPr>
        <p:spPr>
          <a:xfrm>
            <a:off x="7843916" y="4744857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8AF0851-3D62-4BBF-804D-E58477FB8DF4}"/>
              </a:ext>
            </a:extLst>
          </p:cNvPr>
          <p:cNvSpPr txBox="1"/>
          <p:nvPr/>
        </p:nvSpPr>
        <p:spPr>
          <a:xfrm>
            <a:off x="8364060" y="4725180"/>
            <a:ext cx="21563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한번에 잘 설명될 그런 문장이 </a:t>
            </a:r>
            <a:r>
              <a:rPr lang="ko-KR" altLang="en-US" sz="900" dirty="0" err="1"/>
              <a:t>안떠오름</a:t>
            </a:r>
            <a:endParaRPr lang="en-US" altLang="ko-KR" sz="900" dirty="0"/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D548A588-E3FD-4397-8C2C-B071BEF9269F}"/>
              </a:ext>
            </a:extLst>
          </p:cNvPr>
          <p:cNvSpPr/>
          <p:nvPr/>
        </p:nvSpPr>
        <p:spPr>
          <a:xfrm>
            <a:off x="263190" y="6093374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C7F2A306-068F-4C3E-B8C1-77FFF4795F02}"/>
              </a:ext>
            </a:extLst>
          </p:cNvPr>
          <p:cNvSpPr/>
          <p:nvPr/>
        </p:nvSpPr>
        <p:spPr>
          <a:xfrm>
            <a:off x="7843917" y="5948879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D12C079-018F-4E05-B116-3DC7080DE6B6}"/>
              </a:ext>
            </a:extLst>
          </p:cNvPr>
          <p:cNvSpPr txBox="1"/>
          <p:nvPr/>
        </p:nvSpPr>
        <p:spPr>
          <a:xfrm>
            <a:off x="8364060" y="5590931"/>
            <a:ext cx="21210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사이트 </a:t>
            </a:r>
            <a:r>
              <a:rPr lang="en-US" altLang="ko-KR" sz="900" dirty="0"/>
              <a:t>Footer</a:t>
            </a:r>
          </a:p>
          <a:p>
            <a:r>
              <a:rPr lang="ko-KR" altLang="en-US" sz="900" dirty="0"/>
              <a:t>메인 및 서브 전 페이지 동일한 위치</a:t>
            </a:r>
            <a:endParaRPr lang="en-US" altLang="ko-KR" sz="900" dirty="0"/>
          </a:p>
          <a:p>
            <a:r>
              <a:rPr lang="ko-KR" altLang="en-US" sz="900" dirty="0"/>
              <a:t>웹 페이지의 기본정보가 들어있는 영역</a:t>
            </a:r>
            <a:endParaRPr lang="en-US" altLang="ko-KR" sz="900" dirty="0"/>
          </a:p>
          <a:p>
            <a:r>
              <a:rPr lang="en-US" altLang="ko-KR" sz="900" dirty="0"/>
              <a:t>- </a:t>
            </a:r>
            <a:r>
              <a:rPr lang="ko-KR" altLang="en-US" sz="900" dirty="0"/>
              <a:t>사이트 이용약관</a:t>
            </a:r>
            <a:endParaRPr lang="en-US" altLang="ko-KR" sz="900" dirty="0"/>
          </a:p>
          <a:p>
            <a:r>
              <a:rPr lang="en-US" altLang="ko-KR" sz="900" dirty="0"/>
              <a:t>- </a:t>
            </a:r>
            <a:r>
              <a:rPr lang="ko-KR" altLang="en-US" sz="900" dirty="0"/>
              <a:t>사이트 전화번호</a:t>
            </a:r>
            <a:endParaRPr lang="en-US" altLang="ko-KR" sz="900" dirty="0"/>
          </a:p>
          <a:p>
            <a:r>
              <a:rPr lang="en-US" altLang="ko-KR" sz="900" dirty="0"/>
              <a:t>- </a:t>
            </a:r>
            <a:r>
              <a:rPr lang="ko-KR" altLang="en-US" sz="900" dirty="0"/>
              <a:t>사이트 개발자들</a:t>
            </a:r>
            <a:endParaRPr lang="en-US" altLang="ko-KR" sz="900" dirty="0"/>
          </a:p>
        </p:txBody>
      </p:sp>
    </p:spTree>
    <p:extLst>
      <p:ext uri="{BB962C8B-B14F-4D97-AF65-F5344CB8AC3E}">
        <p14:creationId xmlns:p14="http://schemas.microsoft.com/office/powerpoint/2010/main" val="370065093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xy" rotWithShape="1">
          <a:gsLst>
            <a:gs pos="1980">
              <a:schemeClr val="lt1">
                <a:alpha val="100000"/>
              </a:schemeClr>
            </a:gs>
            <a:gs pos="99010">
              <a:srgbClr val="F2F2F2">
                <a:alpha val="100000"/>
              </a:srgbClr>
            </a:gs>
            <a:gs pos="18320">
              <a:schemeClr val="lt1">
                <a:alpha val="100000"/>
              </a:schemeClr>
            </a:gs>
            <a:gs pos="49500">
              <a:schemeClr val="lt1">
                <a:alpha val="100000"/>
              </a:schemeClr>
            </a:gs>
            <a:gs pos="65350">
              <a:schemeClr val="lt1">
                <a:alpha val="10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1044130"/>
            <a:ext cx="10992612" cy="7328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91262" y="209169"/>
            <a:ext cx="106100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000" dirty="0">
                <a:latin typeface="나눔고딕"/>
                <a:ea typeface="나눔고딕"/>
              </a:rPr>
              <a:t>#2 </a:t>
            </a:r>
            <a:r>
              <a:rPr lang="ko-KR" altLang="en-US" sz="4000" dirty="0">
                <a:latin typeface="나눔고딕"/>
                <a:ea typeface="나눔고딕"/>
              </a:rPr>
              <a:t>서브 페이지</a:t>
            </a:r>
            <a:endParaRPr lang="en-US" altLang="ko-KR" sz="4000" dirty="0">
              <a:latin typeface="나눔고딕"/>
              <a:ea typeface="나눔고딕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F405DDF-9663-41FF-9D31-CA7AD6140398}"/>
              </a:ext>
            </a:extLst>
          </p:cNvPr>
          <p:cNvSpPr/>
          <p:nvPr/>
        </p:nvSpPr>
        <p:spPr>
          <a:xfrm>
            <a:off x="191262" y="1162054"/>
            <a:ext cx="10801350" cy="5633847"/>
          </a:xfrm>
          <a:prstGeom prst="rect">
            <a:avLst/>
          </a:prstGeom>
          <a:solidFill>
            <a:schemeClr val="bg1"/>
          </a:solidFill>
          <a:ln w="38100"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448BAE0-83A4-4CE3-BED9-CBFF9E5B559F}"/>
              </a:ext>
            </a:extLst>
          </p:cNvPr>
          <p:cNvSpPr/>
          <p:nvPr/>
        </p:nvSpPr>
        <p:spPr>
          <a:xfrm>
            <a:off x="263190" y="1219127"/>
            <a:ext cx="1224089" cy="4096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개발자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7110491-44AD-4B42-82A0-A5C9903B9F69}"/>
              </a:ext>
            </a:extLst>
          </p:cNvPr>
          <p:cNvSpPr/>
          <p:nvPr/>
        </p:nvSpPr>
        <p:spPr>
          <a:xfrm>
            <a:off x="263190" y="1628750"/>
            <a:ext cx="1224090" cy="4096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작성 일자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3F67EEA-E602-40D9-8245-DBF35FCC09E0}"/>
              </a:ext>
            </a:extLst>
          </p:cNvPr>
          <p:cNvSpPr/>
          <p:nvPr/>
        </p:nvSpPr>
        <p:spPr>
          <a:xfrm>
            <a:off x="1487280" y="1219126"/>
            <a:ext cx="2016360" cy="4096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K-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복학생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BCAB5BC-B988-44EE-BC45-F50F27FFBD8B}"/>
              </a:ext>
            </a:extLst>
          </p:cNvPr>
          <p:cNvSpPr/>
          <p:nvPr/>
        </p:nvSpPr>
        <p:spPr>
          <a:xfrm>
            <a:off x="1487280" y="1628749"/>
            <a:ext cx="2016360" cy="4096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2021-03-22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4668A79-A855-4275-97BC-143CBB9CC26D}"/>
              </a:ext>
            </a:extLst>
          </p:cNvPr>
          <p:cNvSpPr/>
          <p:nvPr/>
        </p:nvSpPr>
        <p:spPr>
          <a:xfrm>
            <a:off x="3503083" y="1628748"/>
            <a:ext cx="1224089" cy="4096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URL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F132F57-C87D-48AD-B41A-08F0544630AE}"/>
              </a:ext>
            </a:extLst>
          </p:cNvPr>
          <p:cNvSpPr/>
          <p:nvPr/>
        </p:nvSpPr>
        <p:spPr>
          <a:xfrm>
            <a:off x="3503082" y="1219124"/>
            <a:ext cx="1224089" cy="4096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페이지 정보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1FE4408-3512-488C-A0AF-F81C2FCA2B93}"/>
              </a:ext>
            </a:extLst>
          </p:cNvPr>
          <p:cNvSpPr/>
          <p:nvPr/>
        </p:nvSpPr>
        <p:spPr>
          <a:xfrm>
            <a:off x="4726612" y="1221133"/>
            <a:ext cx="2953607" cy="4096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서브페이지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회원가입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약관동의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59DB677-95F4-46E4-93D9-32565358C3CB}"/>
              </a:ext>
            </a:extLst>
          </p:cNvPr>
          <p:cNvSpPr/>
          <p:nvPr/>
        </p:nvSpPr>
        <p:spPr>
          <a:xfrm>
            <a:off x="4723146" y="1630756"/>
            <a:ext cx="2957074" cy="4096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SignupAgreey.com</a:t>
            </a:r>
          </a:p>
          <a:p>
            <a:pPr algn="ctr"/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백엔드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만지고 바꿈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16888FFE-368E-4C20-B3D6-AA015C980DAF}"/>
              </a:ext>
            </a:extLst>
          </p:cNvPr>
          <p:cNvCxnSpPr>
            <a:cxnSpLocks/>
          </p:cNvCxnSpPr>
          <p:nvPr/>
        </p:nvCxnSpPr>
        <p:spPr>
          <a:xfrm>
            <a:off x="256113" y="1628747"/>
            <a:ext cx="7424107" cy="100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5E37B9F-3A01-42EE-BF3F-536CC399EF1B}"/>
              </a:ext>
            </a:extLst>
          </p:cNvPr>
          <p:cNvSpPr/>
          <p:nvPr/>
        </p:nvSpPr>
        <p:spPr>
          <a:xfrm>
            <a:off x="263190" y="2117064"/>
            <a:ext cx="7417029" cy="45523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984D08-8693-4650-9297-521E680552ED}"/>
              </a:ext>
            </a:extLst>
          </p:cNvPr>
          <p:cNvSpPr txBox="1"/>
          <p:nvPr/>
        </p:nvSpPr>
        <p:spPr>
          <a:xfrm>
            <a:off x="3359620" y="2348850"/>
            <a:ext cx="13773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약관동의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07BA0B0A-83E1-43FB-AE83-101A2D46AD52}"/>
              </a:ext>
            </a:extLst>
          </p:cNvPr>
          <p:cNvSpPr/>
          <p:nvPr/>
        </p:nvSpPr>
        <p:spPr>
          <a:xfrm>
            <a:off x="2102350" y="2906434"/>
            <a:ext cx="187741" cy="1319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94C3DC5-50C7-447A-88C6-7BE25129AADB}"/>
              </a:ext>
            </a:extLst>
          </p:cNvPr>
          <p:cNvSpPr txBox="1"/>
          <p:nvPr/>
        </p:nvSpPr>
        <p:spPr>
          <a:xfrm>
            <a:off x="2258640" y="2868895"/>
            <a:ext cx="260680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개인정보 수집 및 이용</a:t>
            </a:r>
            <a:r>
              <a:rPr lang="en-US" altLang="ko-KR" sz="700" dirty="0"/>
              <a:t>, </a:t>
            </a:r>
            <a:r>
              <a:rPr lang="ko-KR" altLang="en-US" sz="700" dirty="0"/>
              <a:t>유효기간 </a:t>
            </a:r>
            <a:r>
              <a:rPr lang="en-US" altLang="ko-KR" sz="700" dirty="0"/>
              <a:t>5</a:t>
            </a:r>
            <a:r>
              <a:rPr lang="ko-KR" altLang="en-US" sz="700" dirty="0"/>
              <a:t>년</a:t>
            </a:r>
            <a:r>
              <a:rPr lang="en-US" altLang="ko-KR" sz="700" dirty="0"/>
              <a:t>(</a:t>
            </a:r>
            <a:r>
              <a:rPr lang="ko-KR" altLang="en-US" sz="700" dirty="0"/>
              <a:t>선택</a:t>
            </a:r>
            <a:r>
              <a:rPr lang="en-US" altLang="ko-KR" sz="700" dirty="0"/>
              <a:t>)</a:t>
            </a:r>
            <a:r>
              <a:rPr lang="ko-KR" altLang="en-US" sz="700" dirty="0"/>
              <a:t>에 모두 동의합니다</a:t>
            </a:r>
            <a:r>
              <a:rPr lang="en-US" altLang="ko-KR" sz="700" dirty="0"/>
              <a:t>.</a:t>
            </a:r>
            <a:endParaRPr lang="ko-KR" altLang="en-US" sz="700" dirty="0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D6E093A4-F496-49B1-9104-0B03D4BEFD28}"/>
              </a:ext>
            </a:extLst>
          </p:cNvPr>
          <p:cNvSpPr/>
          <p:nvPr/>
        </p:nvSpPr>
        <p:spPr>
          <a:xfrm>
            <a:off x="2063440" y="3138080"/>
            <a:ext cx="3888540" cy="10553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1BA3FA78-2581-42DF-ADEE-8F4DB16735E5}"/>
              </a:ext>
            </a:extLst>
          </p:cNvPr>
          <p:cNvCxnSpPr/>
          <p:nvPr/>
        </p:nvCxnSpPr>
        <p:spPr>
          <a:xfrm flipV="1">
            <a:off x="2063440" y="2834892"/>
            <a:ext cx="3888540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B06FFF4D-4DF8-460A-9DDF-708EDAF65728}"/>
              </a:ext>
            </a:extLst>
          </p:cNvPr>
          <p:cNvSpPr/>
          <p:nvPr/>
        </p:nvSpPr>
        <p:spPr>
          <a:xfrm>
            <a:off x="2063440" y="5549965"/>
            <a:ext cx="1848415" cy="4320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취소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860D4A17-DF0D-4BFC-A944-FA6A666BC65B}"/>
              </a:ext>
            </a:extLst>
          </p:cNvPr>
          <p:cNvSpPr/>
          <p:nvPr/>
        </p:nvSpPr>
        <p:spPr>
          <a:xfrm>
            <a:off x="263190" y="6093374"/>
            <a:ext cx="7417030" cy="5760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A71B52D-D236-455A-9356-010CD8635338}"/>
              </a:ext>
            </a:extLst>
          </p:cNvPr>
          <p:cNvSpPr txBox="1"/>
          <p:nvPr/>
        </p:nvSpPr>
        <p:spPr>
          <a:xfrm>
            <a:off x="407210" y="6206616"/>
            <a:ext cx="9653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#Footer</a:t>
            </a:r>
            <a:endParaRPr lang="ko-KR" altLang="en-US" sz="1600" dirty="0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E9A9FA81-E62A-4E34-B455-129E7D9E0C3E}"/>
              </a:ext>
            </a:extLst>
          </p:cNvPr>
          <p:cNvSpPr/>
          <p:nvPr/>
        </p:nvSpPr>
        <p:spPr>
          <a:xfrm>
            <a:off x="407210" y="2204830"/>
            <a:ext cx="1584220" cy="4172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346426-EBF9-41E7-847A-48C7B164E710}"/>
              </a:ext>
            </a:extLst>
          </p:cNvPr>
          <p:cNvSpPr txBox="1"/>
          <p:nvPr/>
        </p:nvSpPr>
        <p:spPr>
          <a:xfrm>
            <a:off x="479220" y="2276840"/>
            <a:ext cx="14205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#Head(Logo)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73018F74-102E-418F-A7FC-1F45F0934619}"/>
              </a:ext>
            </a:extLst>
          </p:cNvPr>
          <p:cNvSpPr/>
          <p:nvPr/>
        </p:nvSpPr>
        <p:spPr>
          <a:xfrm>
            <a:off x="7701404" y="2107691"/>
            <a:ext cx="3228789" cy="31316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화면 기능 설명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B11FF3A4-F5E7-4E65-AC0F-00532065E6A3}"/>
              </a:ext>
            </a:extLst>
          </p:cNvPr>
          <p:cNvSpPr/>
          <p:nvPr/>
        </p:nvSpPr>
        <p:spPr>
          <a:xfrm>
            <a:off x="7701404" y="2420860"/>
            <a:ext cx="3228789" cy="422797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04C982D-A5CB-48B6-B6C0-8182C9CC5535}"/>
              </a:ext>
            </a:extLst>
          </p:cNvPr>
          <p:cNvSpPr/>
          <p:nvPr/>
        </p:nvSpPr>
        <p:spPr>
          <a:xfrm>
            <a:off x="396235" y="2208874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5C109F0A-CC36-4EC5-81AB-656FCBF9A9CB}"/>
              </a:ext>
            </a:extLst>
          </p:cNvPr>
          <p:cNvCxnSpPr>
            <a:cxnSpLocks/>
          </p:cNvCxnSpPr>
          <p:nvPr/>
        </p:nvCxnSpPr>
        <p:spPr>
          <a:xfrm>
            <a:off x="8184290" y="2420860"/>
            <a:ext cx="0" cy="422797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786FE3C4-F1F3-4A00-A4CC-4F9219678150}"/>
              </a:ext>
            </a:extLst>
          </p:cNvPr>
          <p:cNvCxnSpPr>
            <a:cxnSpLocks/>
          </p:cNvCxnSpPr>
          <p:nvPr/>
        </p:nvCxnSpPr>
        <p:spPr>
          <a:xfrm flipV="1">
            <a:off x="7680220" y="3356990"/>
            <a:ext cx="3249973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8C849500-686E-4C0C-BA9A-785C561C4CA2}"/>
              </a:ext>
            </a:extLst>
          </p:cNvPr>
          <p:cNvSpPr/>
          <p:nvPr/>
        </p:nvSpPr>
        <p:spPr>
          <a:xfrm>
            <a:off x="7843917" y="2780910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8FCD344-B99C-458A-B543-55666F2A154A}"/>
              </a:ext>
            </a:extLst>
          </p:cNvPr>
          <p:cNvSpPr txBox="1"/>
          <p:nvPr/>
        </p:nvSpPr>
        <p:spPr>
          <a:xfrm>
            <a:off x="8377385" y="2633129"/>
            <a:ext cx="196720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사이트 메인 로고</a:t>
            </a:r>
            <a:endParaRPr lang="en-US" altLang="ko-KR" sz="900" dirty="0"/>
          </a:p>
          <a:p>
            <a:r>
              <a:rPr lang="ko-KR" altLang="en-US" sz="900" dirty="0"/>
              <a:t>메인 및 서브 전 페이지 동일한 위치</a:t>
            </a:r>
            <a:endParaRPr lang="en-US" altLang="ko-KR" sz="900" dirty="0"/>
          </a:p>
          <a:p>
            <a:r>
              <a:rPr lang="ko-KR" altLang="en-US" sz="900" dirty="0"/>
              <a:t>클릭 시 메인 페이지로 이동</a:t>
            </a:r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B07FDE2D-E478-45B5-B9E2-A311CA09BCEC}"/>
              </a:ext>
            </a:extLst>
          </p:cNvPr>
          <p:cNvCxnSpPr>
            <a:cxnSpLocks/>
          </p:cNvCxnSpPr>
          <p:nvPr/>
        </p:nvCxnSpPr>
        <p:spPr>
          <a:xfrm flipV="1">
            <a:off x="7681745" y="4293119"/>
            <a:ext cx="3249973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B7BE894B-AE88-4B85-95B8-3EF57AE18E8B}"/>
              </a:ext>
            </a:extLst>
          </p:cNvPr>
          <p:cNvSpPr/>
          <p:nvPr/>
        </p:nvSpPr>
        <p:spPr>
          <a:xfrm>
            <a:off x="7843917" y="3736717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E5CE7C6-9002-4009-B582-B43F66DAC683}"/>
              </a:ext>
            </a:extLst>
          </p:cNvPr>
          <p:cNvSpPr txBox="1"/>
          <p:nvPr/>
        </p:nvSpPr>
        <p:spPr>
          <a:xfrm>
            <a:off x="8358990" y="3586562"/>
            <a:ext cx="22557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회원가입에 필요한 약관들</a:t>
            </a:r>
            <a:endParaRPr lang="en-US" altLang="ko-KR" sz="900" dirty="0"/>
          </a:p>
          <a:p>
            <a:r>
              <a:rPr lang="ko-KR" altLang="en-US" sz="900" dirty="0"/>
              <a:t>각 약관들 동의 완료 후     기능 수행 가능</a:t>
            </a:r>
            <a:endParaRPr lang="en-US" altLang="ko-KR" sz="900" dirty="0"/>
          </a:p>
          <a:p>
            <a:endParaRPr lang="en-US" altLang="ko-KR" sz="900" dirty="0"/>
          </a:p>
          <a:p>
            <a:endParaRPr lang="ko-KR" altLang="en-US" sz="900" dirty="0"/>
          </a:p>
        </p:txBody>
      </p: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4384BC24-5862-4851-ADE8-D22B49741529}"/>
              </a:ext>
            </a:extLst>
          </p:cNvPr>
          <p:cNvCxnSpPr>
            <a:cxnSpLocks/>
          </p:cNvCxnSpPr>
          <p:nvPr/>
        </p:nvCxnSpPr>
        <p:spPr>
          <a:xfrm flipV="1">
            <a:off x="7686925" y="5445279"/>
            <a:ext cx="3249973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BE8862CD-7702-4D1A-8A1A-F29B1C009058}"/>
              </a:ext>
            </a:extLst>
          </p:cNvPr>
          <p:cNvSpPr/>
          <p:nvPr/>
        </p:nvSpPr>
        <p:spPr>
          <a:xfrm>
            <a:off x="7843916" y="4744857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D548A588-E3FD-4397-8C2C-B071BEF9269F}"/>
              </a:ext>
            </a:extLst>
          </p:cNvPr>
          <p:cNvSpPr/>
          <p:nvPr/>
        </p:nvSpPr>
        <p:spPr>
          <a:xfrm>
            <a:off x="263190" y="6093374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C7F2A306-068F-4C3E-B8C1-77FFF4795F02}"/>
              </a:ext>
            </a:extLst>
          </p:cNvPr>
          <p:cNvSpPr/>
          <p:nvPr/>
        </p:nvSpPr>
        <p:spPr>
          <a:xfrm>
            <a:off x="7843917" y="5948879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D12C079-018F-4E05-B116-3DC7080DE6B6}"/>
              </a:ext>
            </a:extLst>
          </p:cNvPr>
          <p:cNvSpPr txBox="1"/>
          <p:nvPr/>
        </p:nvSpPr>
        <p:spPr>
          <a:xfrm>
            <a:off x="8364060" y="5590931"/>
            <a:ext cx="21210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사이트 </a:t>
            </a:r>
            <a:r>
              <a:rPr lang="en-US" altLang="ko-KR" sz="900" dirty="0"/>
              <a:t>Footer</a:t>
            </a:r>
          </a:p>
          <a:p>
            <a:r>
              <a:rPr lang="ko-KR" altLang="en-US" sz="900" dirty="0"/>
              <a:t>메인 및 서브 전 페이지 동일한 위치</a:t>
            </a:r>
            <a:endParaRPr lang="en-US" altLang="ko-KR" sz="900" dirty="0"/>
          </a:p>
          <a:p>
            <a:r>
              <a:rPr lang="ko-KR" altLang="en-US" sz="900" dirty="0"/>
              <a:t>웹 페이지의 기본정보가 들어있는 영역</a:t>
            </a:r>
            <a:endParaRPr lang="en-US" altLang="ko-KR" sz="900" dirty="0"/>
          </a:p>
          <a:p>
            <a:r>
              <a:rPr lang="en-US" altLang="ko-KR" sz="900" dirty="0"/>
              <a:t>- </a:t>
            </a:r>
            <a:r>
              <a:rPr lang="ko-KR" altLang="en-US" sz="900" dirty="0"/>
              <a:t>사이트 이용약관</a:t>
            </a:r>
            <a:endParaRPr lang="en-US" altLang="ko-KR" sz="900" dirty="0"/>
          </a:p>
          <a:p>
            <a:r>
              <a:rPr lang="en-US" altLang="ko-KR" sz="900" dirty="0"/>
              <a:t>- </a:t>
            </a:r>
            <a:r>
              <a:rPr lang="ko-KR" altLang="en-US" sz="900" dirty="0"/>
              <a:t>사이트 전화번호</a:t>
            </a:r>
            <a:endParaRPr lang="en-US" altLang="ko-KR" sz="900" dirty="0"/>
          </a:p>
          <a:p>
            <a:r>
              <a:rPr lang="en-US" altLang="ko-KR" sz="900" dirty="0"/>
              <a:t>- </a:t>
            </a:r>
            <a:r>
              <a:rPr lang="ko-KR" altLang="en-US" sz="900" dirty="0"/>
              <a:t>사이트 개발자들</a:t>
            </a:r>
            <a:endParaRPr lang="en-US" altLang="ko-KR" sz="900" dirty="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0E276601-CF6E-411C-BD30-D320A7CED3AB}"/>
              </a:ext>
            </a:extLst>
          </p:cNvPr>
          <p:cNvSpPr/>
          <p:nvPr/>
        </p:nvSpPr>
        <p:spPr>
          <a:xfrm>
            <a:off x="2063440" y="4319919"/>
            <a:ext cx="3888540" cy="10985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0F2DE410-A40C-4B4E-B704-D4F018FD7767}"/>
              </a:ext>
            </a:extLst>
          </p:cNvPr>
          <p:cNvSpPr/>
          <p:nvPr/>
        </p:nvSpPr>
        <p:spPr>
          <a:xfrm>
            <a:off x="3983783" y="5550168"/>
            <a:ext cx="1968197" cy="4320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다음</a:t>
            </a: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99C3924D-3216-476E-AD09-2010E184D896}"/>
              </a:ext>
            </a:extLst>
          </p:cNvPr>
          <p:cNvCxnSpPr/>
          <p:nvPr/>
        </p:nvCxnSpPr>
        <p:spPr>
          <a:xfrm flipV="1">
            <a:off x="2063440" y="3356990"/>
            <a:ext cx="3888540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19422784-A93A-49D6-9DD7-7C480490A01A}"/>
              </a:ext>
            </a:extLst>
          </p:cNvPr>
          <p:cNvSpPr/>
          <p:nvPr/>
        </p:nvSpPr>
        <p:spPr>
          <a:xfrm>
            <a:off x="2104813" y="3200573"/>
            <a:ext cx="187741" cy="1319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1AFDE77-B2E5-4D56-AD6F-08EF0AC001F9}"/>
              </a:ext>
            </a:extLst>
          </p:cNvPr>
          <p:cNvSpPr txBox="1"/>
          <p:nvPr/>
        </p:nvSpPr>
        <p:spPr>
          <a:xfrm>
            <a:off x="2279469" y="3162460"/>
            <a:ext cx="101822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서비스 이용약관 동의</a:t>
            </a: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557C2B42-CB65-4ED9-928D-AC064861CEEB}"/>
              </a:ext>
            </a:extLst>
          </p:cNvPr>
          <p:cNvCxnSpPr/>
          <p:nvPr/>
        </p:nvCxnSpPr>
        <p:spPr>
          <a:xfrm flipV="1">
            <a:off x="2052895" y="4551602"/>
            <a:ext cx="3888540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700EB99D-3576-4FF3-BC71-52CDD719AF70}"/>
              </a:ext>
            </a:extLst>
          </p:cNvPr>
          <p:cNvSpPr/>
          <p:nvPr/>
        </p:nvSpPr>
        <p:spPr>
          <a:xfrm>
            <a:off x="2104813" y="4369782"/>
            <a:ext cx="187741" cy="1319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B60CA20-CBF1-45CC-AB2B-71385CD0218F}"/>
              </a:ext>
            </a:extLst>
          </p:cNvPr>
          <p:cNvSpPr txBox="1"/>
          <p:nvPr/>
        </p:nvSpPr>
        <p:spPr>
          <a:xfrm>
            <a:off x="2258640" y="4342361"/>
            <a:ext cx="12458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개인정보 수집 및 이용 동의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9CC7D31-1F22-4027-9A40-4AA66C9E9313}"/>
              </a:ext>
            </a:extLst>
          </p:cNvPr>
          <p:cNvSpPr/>
          <p:nvPr/>
        </p:nvSpPr>
        <p:spPr>
          <a:xfrm>
            <a:off x="5704706" y="3362515"/>
            <a:ext cx="247274" cy="8309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4AB491F-986F-468E-A06D-C54D1FAD5B3F}"/>
              </a:ext>
            </a:extLst>
          </p:cNvPr>
          <p:cNvSpPr/>
          <p:nvPr/>
        </p:nvSpPr>
        <p:spPr>
          <a:xfrm>
            <a:off x="5717820" y="3602839"/>
            <a:ext cx="216030" cy="38565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이등변 삼각형 6">
            <a:extLst>
              <a:ext uri="{FF2B5EF4-FFF2-40B4-BE49-F238E27FC236}">
                <a16:creationId xmlns:a16="http://schemas.microsoft.com/office/drawing/2014/main" id="{4B665612-D1A3-493A-A9ED-1BA866D8D51A}"/>
              </a:ext>
            </a:extLst>
          </p:cNvPr>
          <p:cNvSpPr/>
          <p:nvPr/>
        </p:nvSpPr>
        <p:spPr>
          <a:xfrm rot="10800000">
            <a:off x="5765164" y="4044495"/>
            <a:ext cx="121342" cy="104605"/>
          </a:xfrm>
          <a:prstGeom prst="triangl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이등변 삼각형 79">
            <a:extLst>
              <a:ext uri="{FF2B5EF4-FFF2-40B4-BE49-F238E27FC236}">
                <a16:creationId xmlns:a16="http://schemas.microsoft.com/office/drawing/2014/main" id="{A3D84836-4D5D-4B43-B61E-EAF15AA64F56}"/>
              </a:ext>
            </a:extLst>
          </p:cNvPr>
          <p:cNvSpPr/>
          <p:nvPr/>
        </p:nvSpPr>
        <p:spPr>
          <a:xfrm>
            <a:off x="5765164" y="3442872"/>
            <a:ext cx="121342" cy="104605"/>
          </a:xfrm>
          <a:prstGeom prst="triangl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932B1B45-0105-484A-9735-A15369C741C0}"/>
              </a:ext>
            </a:extLst>
          </p:cNvPr>
          <p:cNvSpPr/>
          <p:nvPr/>
        </p:nvSpPr>
        <p:spPr>
          <a:xfrm>
            <a:off x="5704706" y="4560789"/>
            <a:ext cx="247274" cy="85769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ED56B2E2-9D74-4625-9A33-4AB4790A8521}"/>
              </a:ext>
            </a:extLst>
          </p:cNvPr>
          <p:cNvSpPr/>
          <p:nvPr/>
        </p:nvSpPr>
        <p:spPr>
          <a:xfrm>
            <a:off x="5720598" y="4807589"/>
            <a:ext cx="216030" cy="38565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4" name="이등변 삼각형 83">
            <a:extLst>
              <a:ext uri="{FF2B5EF4-FFF2-40B4-BE49-F238E27FC236}">
                <a16:creationId xmlns:a16="http://schemas.microsoft.com/office/drawing/2014/main" id="{E635BC17-B6B9-4CA5-B183-75BBA08E1F72}"/>
              </a:ext>
            </a:extLst>
          </p:cNvPr>
          <p:cNvSpPr/>
          <p:nvPr/>
        </p:nvSpPr>
        <p:spPr>
          <a:xfrm>
            <a:off x="5765163" y="4620588"/>
            <a:ext cx="121342" cy="104605"/>
          </a:xfrm>
          <a:prstGeom prst="triangl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이등변 삼각형 97">
            <a:extLst>
              <a:ext uri="{FF2B5EF4-FFF2-40B4-BE49-F238E27FC236}">
                <a16:creationId xmlns:a16="http://schemas.microsoft.com/office/drawing/2014/main" id="{7B9A4D18-F59A-4746-AFAA-B0DA2E49860F}"/>
              </a:ext>
            </a:extLst>
          </p:cNvPr>
          <p:cNvSpPr/>
          <p:nvPr/>
        </p:nvSpPr>
        <p:spPr>
          <a:xfrm rot="10800000">
            <a:off x="5765164" y="5264186"/>
            <a:ext cx="121342" cy="104605"/>
          </a:xfrm>
          <a:prstGeom prst="triangl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93820CC-4C2C-4EB2-9450-F426AFAF9892}"/>
              </a:ext>
            </a:extLst>
          </p:cNvPr>
          <p:cNvSpPr txBox="1"/>
          <p:nvPr/>
        </p:nvSpPr>
        <p:spPr>
          <a:xfrm>
            <a:off x="2100416" y="3444970"/>
            <a:ext cx="333797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/>
              <a:t>&lt;</a:t>
            </a:r>
            <a:r>
              <a:rPr lang="ko-KR" altLang="en-US" sz="700" dirty="0"/>
              <a:t>제</a:t>
            </a:r>
            <a:r>
              <a:rPr lang="en-US" altLang="ko-KR" sz="700" dirty="0"/>
              <a:t>1</a:t>
            </a:r>
            <a:r>
              <a:rPr lang="ko-KR" altLang="en-US" sz="700" dirty="0"/>
              <a:t>장</a:t>
            </a:r>
            <a:r>
              <a:rPr lang="en-US" altLang="ko-KR" sz="700" dirty="0"/>
              <a:t>&gt;</a:t>
            </a:r>
          </a:p>
          <a:p>
            <a:r>
              <a:rPr lang="ko-KR" altLang="en-US" sz="700" dirty="0"/>
              <a:t>제</a:t>
            </a:r>
            <a:r>
              <a:rPr lang="en-US" altLang="ko-KR" sz="700" dirty="0"/>
              <a:t>1</a:t>
            </a:r>
            <a:r>
              <a:rPr lang="ko-KR" altLang="en-US" sz="700" dirty="0"/>
              <a:t>조</a:t>
            </a:r>
            <a:r>
              <a:rPr lang="en-US" altLang="ko-KR" sz="700" dirty="0"/>
              <a:t>(</a:t>
            </a:r>
            <a:r>
              <a:rPr lang="ko-KR" altLang="en-US" sz="700" dirty="0"/>
              <a:t>목적</a:t>
            </a:r>
            <a:r>
              <a:rPr lang="en-US" altLang="ko-KR" sz="700" dirty="0"/>
              <a:t>)</a:t>
            </a:r>
          </a:p>
          <a:p>
            <a:r>
              <a:rPr lang="ko-KR" altLang="en-US" sz="700" dirty="0"/>
              <a:t>본 약관은 공유누리가 제공하는 모든 서비스</a:t>
            </a:r>
            <a:r>
              <a:rPr lang="en-US" altLang="ko-KR" sz="700" dirty="0"/>
              <a:t>(</a:t>
            </a:r>
            <a:r>
              <a:rPr lang="ko-KR" altLang="en-US" sz="700" dirty="0"/>
              <a:t>이하 </a:t>
            </a:r>
            <a:r>
              <a:rPr lang="en-US" altLang="ko-KR" sz="700" dirty="0"/>
              <a:t>“</a:t>
            </a:r>
            <a:r>
              <a:rPr lang="ko-KR" altLang="en-US" sz="700" dirty="0"/>
              <a:t>서비스</a:t>
            </a:r>
            <a:r>
              <a:rPr lang="en-US" altLang="ko-KR" sz="700" dirty="0"/>
              <a:t>＂) </a:t>
            </a:r>
            <a:r>
              <a:rPr lang="ko-KR" altLang="en-US" sz="700" dirty="0"/>
              <a:t>의 이용조건 및</a:t>
            </a:r>
            <a:endParaRPr lang="en-US" altLang="ko-KR" sz="700" dirty="0"/>
          </a:p>
          <a:p>
            <a:r>
              <a:rPr lang="ko-KR" altLang="en-US" sz="700" dirty="0"/>
              <a:t>절차</a:t>
            </a:r>
            <a:r>
              <a:rPr lang="en-US" altLang="ko-KR" sz="700" dirty="0"/>
              <a:t>, </a:t>
            </a:r>
            <a:r>
              <a:rPr lang="ko-KR" altLang="en-US" sz="700" dirty="0"/>
              <a:t>이용자와 당 사이트의 권리</a:t>
            </a:r>
            <a:r>
              <a:rPr lang="en-US" altLang="ko-KR" sz="700" dirty="0"/>
              <a:t>, </a:t>
            </a:r>
            <a:r>
              <a:rPr lang="ko-KR" altLang="en-US" sz="700" dirty="0"/>
              <a:t>의무</a:t>
            </a:r>
            <a:r>
              <a:rPr lang="en-US" altLang="ko-KR" sz="700" dirty="0"/>
              <a:t>, </a:t>
            </a:r>
            <a:r>
              <a:rPr lang="ko-KR" altLang="en-US" sz="700" dirty="0"/>
              <a:t>책임사항과 기타 필요한 사항을 규정함을</a:t>
            </a:r>
            <a:endParaRPr lang="en-US" altLang="ko-KR" sz="700" dirty="0"/>
          </a:p>
          <a:p>
            <a:r>
              <a:rPr lang="ko-KR" altLang="en-US" sz="700" dirty="0"/>
              <a:t>목적으로 합니다</a:t>
            </a:r>
            <a:r>
              <a:rPr lang="en-US" altLang="ko-KR" sz="700" dirty="0"/>
              <a:t>.</a:t>
            </a:r>
            <a:endParaRPr lang="ko-KR" altLang="en-US" sz="7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9AA81A3-0773-471D-AD30-4E6A33787F59}"/>
              </a:ext>
            </a:extLst>
          </p:cNvPr>
          <p:cNvSpPr txBox="1"/>
          <p:nvPr/>
        </p:nvSpPr>
        <p:spPr>
          <a:xfrm>
            <a:off x="2104813" y="4635147"/>
            <a:ext cx="333797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/>
              <a:t>&lt;</a:t>
            </a:r>
            <a:r>
              <a:rPr lang="ko-KR" altLang="en-US" sz="700" dirty="0"/>
              <a:t>제</a:t>
            </a:r>
            <a:r>
              <a:rPr lang="en-US" altLang="ko-KR" sz="700" dirty="0"/>
              <a:t>1</a:t>
            </a:r>
            <a:r>
              <a:rPr lang="ko-KR" altLang="en-US" sz="700" dirty="0"/>
              <a:t>장</a:t>
            </a:r>
            <a:r>
              <a:rPr lang="en-US" altLang="ko-KR" sz="700" dirty="0"/>
              <a:t>&gt;</a:t>
            </a:r>
          </a:p>
          <a:p>
            <a:r>
              <a:rPr lang="ko-KR" altLang="en-US" sz="700" dirty="0"/>
              <a:t>제</a:t>
            </a:r>
            <a:r>
              <a:rPr lang="en-US" altLang="ko-KR" sz="700" dirty="0"/>
              <a:t>1</a:t>
            </a:r>
            <a:r>
              <a:rPr lang="ko-KR" altLang="en-US" sz="700" dirty="0"/>
              <a:t>조</a:t>
            </a:r>
            <a:r>
              <a:rPr lang="en-US" altLang="ko-KR" sz="700" dirty="0"/>
              <a:t>(</a:t>
            </a:r>
            <a:r>
              <a:rPr lang="ko-KR" altLang="en-US" sz="700" dirty="0"/>
              <a:t>목적</a:t>
            </a:r>
            <a:r>
              <a:rPr lang="en-US" altLang="ko-KR" sz="700" dirty="0"/>
              <a:t>)</a:t>
            </a:r>
          </a:p>
          <a:p>
            <a:r>
              <a:rPr lang="ko-KR" altLang="en-US" sz="700" dirty="0"/>
              <a:t>본 약관은 공유누리가 제공하는 모든 서비스</a:t>
            </a:r>
            <a:r>
              <a:rPr lang="en-US" altLang="ko-KR" sz="700" dirty="0"/>
              <a:t>(</a:t>
            </a:r>
            <a:r>
              <a:rPr lang="ko-KR" altLang="en-US" sz="700" dirty="0"/>
              <a:t>이하 </a:t>
            </a:r>
            <a:r>
              <a:rPr lang="en-US" altLang="ko-KR" sz="700" dirty="0"/>
              <a:t>“</a:t>
            </a:r>
            <a:r>
              <a:rPr lang="ko-KR" altLang="en-US" sz="700" dirty="0"/>
              <a:t>서비스</a:t>
            </a:r>
            <a:r>
              <a:rPr lang="en-US" altLang="ko-KR" sz="700" dirty="0"/>
              <a:t>＂) </a:t>
            </a:r>
            <a:r>
              <a:rPr lang="ko-KR" altLang="en-US" sz="700" dirty="0"/>
              <a:t>의 이용조건 및</a:t>
            </a:r>
            <a:endParaRPr lang="en-US" altLang="ko-KR" sz="700" dirty="0"/>
          </a:p>
          <a:p>
            <a:r>
              <a:rPr lang="ko-KR" altLang="en-US" sz="700" dirty="0"/>
              <a:t>절차</a:t>
            </a:r>
            <a:r>
              <a:rPr lang="en-US" altLang="ko-KR" sz="700" dirty="0"/>
              <a:t>, </a:t>
            </a:r>
            <a:r>
              <a:rPr lang="ko-KR" altLang="en-US" sz="700" dirty="0"/>
              <a:t>이용자와 당 사이트의 권리</a:t>
            </a:r>
            <a:r>
              <a:rPr lang="en-US" altLang="ko-KR" sz="700" dirty="0"/>
              <a:t>, </a:t>
            </a:r>
            <a:r>
              <a:rPr lang="ko-KR" altLang="en-US" sz="700" dirty="0"/>
              <a:t>의무</a:t>
            </a:r>
            <a:r>
              <a:rPr lang="en-US" altLang="ko-KR" sz="700" dirty="0"/>
              <a:t>, </a:t>
            </a:r>
            <a:r>
              <a:rPr lang="ko-KR" altLang="en-US" sz="700" dirty="0"/>
              <a:t>책임사항과 기타 필요한 사항을 규정함을</a:t>
            </a:r>
            <a:endParaRPr lang="en-US" altLang="ko-KR" sz="700" dirty="0"/>
          </a:p>
          <a:p>
            <a:r>
              <a:rPr lang="ko-KR" altLang="en-US" sz="700" dirty="0"/>
              <a:t>목적으로 합니다</a:t>
            </a:r>
            <a:r>
              <a:rPr lang="en-US" altLang="ko-KR" sz="700" dirty="0"/>
              <a:t>.</a:t>
            </a:r>
            <a:endParaRPr lang="ko-KR" altLang="en-US" sz="700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4824846-9F0E-45A2-862E-C8CE1CFBAE43}"/>
              </a:ext>
            </a:extLst>
          </p:cNvPr>
          <p:cNvCxnSpPr/>
          <p:nvPr/>
        </p:nvCxnSpPr>
        <p:spPr>
          <a:xfrm flipH="1">
            <a:off x="1703390" y="2968922"/>
            <a:ext cx="28804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7BFFFDEF-8927-4FBA-B218-1FC2CC8BBDB1}"/>
              </a:ext>
            </a:extLst>
          </p:cNvPr>
          <p:cNvCxnSpPr/>
          <p:nvPr/>
        </p:nvCxnSpPr>
        <p:spPr>
          <a:xfrm flipH="1">
            <a:off x="1703390" y="3262487"/>
            <a:ext cx="28804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F54967FD-6DEB-424C-8DD7-1EC24A4169B3}"/>
              </a:ext>
            </a:extLst>
          </p:cNvPr>
          <p:cNvCxnSpPr/>
          <p:nvPr/>
        </p:nvCxnSpPr>
        <p:spPr>
          <a:xfrm flipH="1">
            <a:off x="1703390" y="4442388"/>
            <a:ext cx="28804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3A9074F-49FC-4988-BB7A-A3E27CF1D445}"/>
              </a:ext>
            </a:extLst>
          </p:cNvPr>
          <p:cNvCxnSpPr/>
          <p:nvPr/>
        </p:nvCxnSpPr>
        <p:spPr>
          <a:xfrm>
            <a:off x="1703390" y="2968922"/>
            <a:ext cx="0" cy="147346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ADC84AF9-FBAB-43E8-BE99-3D1095A6F2ED}"/>
              </a:ext>
            </a:extLst>
          </p:cNvPr>
          <p:cNvSpPr/>
          <p:nvPr/>
        </p:nvSpPr>
        <p:spPr>
          <a:xfrm>
            <a:off x="1440071" y="3528655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7C4D1F7E-B400-4176-B7B5-08FAA7A396E0}"/>
              </a:ext>
            </a:extLst>
          </p:cNvPr>
          <p:cNvSpPr/>
          <p:nvPr/>
        </p:nvSpPr>
        <p:spPr>
          <a:xfrm>
            <a:off x="3996999" y="5557389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1CFDD503-27F6-4005-875A-C10D710AE1F6}"/>
              </a:ext>
            </a:extLst>
          </p:cNvPr>
          <p:cNvSpPr/>
          <p:nvPr/>
        </p:nvSpPr>
        <p:spPr>
          <a:xfrm>
            <a:off x="9620944" y="3795028"/>
            <a:ext cx="113382" cy="11338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72BFABFC-8741-4C9D-8F38-63C3863BC07A}"/>
              </a:ext>
            </a:extLst>
          </p:cNvPr>
          <p:cNvSpPr/>
          <p:nvPr/>
        </p:nvSpPr>
        <p:spPr>
          <a:xfrm>
            <a:off x="8439422" y="4688166"/>
            <a:ext cx="113382" cy="11338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46767F7-6F99-458C-81EE-58A7774DC75E}"/>
              </a:ext>
            </a:extLst>
          </p:cNvPr>
          <p:cNvSpPr txBox="1"/>
          <p:nvPr/>
        </p:nvSpPr>
        <p:spPr>
          <a:xfrm>
            <a:off x="8468890" y="4627452"/>
            <a:ext cx="18886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번 기능 완료</a:t>
            </a:r>
            <a:r>
              <a:rPr lang="en-US" altLang="ko-KR" sz="900" dirty="0"/>
              <a:t>(Check) </a:t>
            </a:r>
            <a:r>
              <a:rPr lang="ko-KR" altLang="en-US" sz="900" dirty="0"/>
              <a:t>후 수행 가능</a:t>
            </a:r>
            <a:endParaRPr lang="en-US" altLang="ko-KR" sz="900" dirty="0"/>
          </a:p>
          <a:p>
            <a:r>
              <a:rPr lang="ko-KR" altLang="en-US" sz="900" dirty="0"/>
              <a:t>클릭 시 회원가입 페이지</a:t>
            </a:r>
            <a:endParaRPr lang="en-US" altLang="ko-KR" sz="900" dirty="0"/>
          </a:p>
          <a:p>
            <a:r>
              <a:rPr lang="en-US" altLang="ko-KR" sz="900" dirty="0"/>
              <a:t>(SinpUp.com)</a:t>
            </a:r>
            <a:r>
              <a:rPr lang="ko-KR" altLang="en-US" sz="900" dirty="0"/>
              <a:t>로 이동</a:t>
            </a:r>
            <a:endParaRPr lang="en-US" altLang="ko-KR" sz="900" dirty="0"/>
          </a:p>
          <a:p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129495374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xy" rotWithShape="1">
          <a:gsLst>
            <a:gs pos="1980">
              <a:schemeClr val="lt1">
                <a:alpha val="100000"/>
              </a:schemeClr>
            </a:gs>
            <a:gs pos="99010">
              <a:srgbClr val="F2F2F2">
                <a:alpha val="100000"/>
              </a:srgbClr>
            </a:gs>
            <a:gs pos="18320">
              <a:schemeClr val="lt1">
                <a:alpha val="100000"/>
              </a:schemeClr>
            </a:gs>
            <a:gs pos="49500">
              <a:schemeClr val="lt1">
                <a:alpha val="100000"/>
              </a:schemeClr>
            </a:gs>
            <a:gs pos="65350">
              <a:schemeClr val="lt1">
                <a:alpha val="10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1044130"/>
            <a:ext cx="10992612" cy="7328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91262" y="209169"/>
            <a:ext cx="106100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000" dirty="0">
                <a:latin typeface="나눔고딕"/>
                <a:ea typeface="나눔고딕"/>
              </a:rPr>
              <a:t>#3 </a:t>
            </a:r>
            <a:r>
              <a:rPr lang="ko-KR" altLang="en-US" sz="4000" dirty="0">
                <a:latin typeface="나눔고딕"/>
                <a:ea typeface="나눔고딕"/>
              </a:rPr>
              <a:t>서브 페이지</a:t>
            </a:r>
            <a:endParaRPr lang="en-US" altLang="ko-KR" sz="4000" dirty="0">
              <a:latin typeface="나눔고딕"/>
              <a:ea typeface="나눔고딕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F405DDF-9663-41FF-9D31-CA7AD6140398}"/>
              </a:ext>
            </a:extLst>
          </p:cNvPr>
          <p:cNvSpPr/>
          <p:nvPr/>
        </p:nvSpPr>
        <p:spPr>
          <a:xfrm>
            <a:off x="191262" y="1162054"/>
            <a:ext cx="10801350" cy="5633847"/>
          </a:xfrm>
          <a:prstGeom prst="rect">
            <a:avLst/>
          </a:prstGeom>
          <a:solidFill>
            <a:schemeClr val="bg1"/>
          </a:solidFill>
          <a:ln w="38100"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448BAE0-83A4-4CE3-BED9-CBFF9E5B559F}"/>
              </a:ext>
            </a:extLst>
          </p:cNvPr>
          <p:cNvSpPr/>
          <p:nvPr/>
        </p:nvSpPr>
        <p:spPr>
          <a:xfrm>
            <a:off x="263190" y="1219127"/>
            <a:ext cx="1224089" cy="4096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개발자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7110491-44AD-4B42-82A0-A5C9903B9F69}"/>
              </a:ext>
            </a:extLst>
          </p:cNvPr>
          <p:cNvSpPr/>
          <p:nvPr/>
        </p:nvSpPr>
        <p:spPr>
          <a:xfrm>
            <a:off x="263190" y="1628750"/>
            <a:ext cx="1224090" cy="4096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작성 일자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3F67EEA-E602-40D9-8245-DBF35FCC09E0}"/>
              </a:ext>
            </a:extLst>
          </p:cNvPr>
          <p:cNvSpPr/>
          <p:nvPr/>
        </p:nvSpPr>
        <p:spPr>
          <a:xfrm>
            <a:off x="1487280" y="1219126"/>
            <a:ext cx="2016360" cy="4096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K-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복학생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BCAB5BC-B988-44EE-BC45-F50F27FFBD8B}"/>
              </a:ext>
            </a:extLst>
          </p:cNvPr>
          <p:cNvSpPr/>
          <p:nvPr/>
        </p:nvSpPr>
        <p:spPr>
          <a:xfrm>
            <a:off x="1487280" y="1628749"/>
            <a:ext cx="2016360" cy="4096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2021-03-22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4668A79-A855-4275-97BC-143CBB9CC26D}"/>
              </a:ext>
            </a:extLst>
          </p:cNvPr>
          <p:cNvSpPr/>
          <p:nvPr/>
        </p:nvSpPr>
        <p:spPr>
          <a:xfrm>
            <a:off x="3503083" y="1628748"/>
            <a:ext cx="1224089" cy="4096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URL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F132F57-C87D-48AD-B41A-08F0544630AE}"/>
              </a:ext>
            </a:extLst>
          </p:cNvPr>
          <p:cNvSpPr/>
          <p:nvPr/>
        </p:nvSpPr>
        <p:spPr>
          <a:xfrm>
            <a:off x="3503082" y="1219124"/>
            <a:ext cx="1224089" cy="4096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페이지 정보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1FE4408-3512-488C-A0AF-F81C2FCA2B93}"/>
              </a:ext>
            </a:extLst>
          </p:cNvPr>
          <p:cNvSpPr/>
          <p:nvPr/>
        </p:nvSpPr>
        <p:spPr>
          <a:xfrm>
            <a:off x="4726612" y="1221133"/>
            <a:ext cx="2953607" cy="4096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서브페이지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회원가입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59DB677-95F4-46E4-93D9-32565358C3CB}"/>
              </a:ext>
            </a:extLst>
          </p:cNvPr>
          <p:cNvSpPr/>
          <p:nvPr/>
        </p:nvSpPr>
        <p:spPr>
          <a:xfrm>
            <a:off x="4723146" y="1630756"/>
            <a:ext cx="2957074" cy="4096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SignUp.com(</a:t>
            </a:r>
            <a:r>
              <a:rPr lang="ko-KR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백엔드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만지고 바꿈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16888FFE-368E-4C20-B3D6-AA015C980DAF}"/>
              </a:ext>
            </a:extLst>
          </p:cNvPr>
          <p:cNvCxnSpPr>
            <a:cxnSpLocks/>
          </p:cNvCxnSpPr>
          <p:nvPr/>
        </p:nvCxnSpPr>
        <p:spPr>
          <a:xfrm>
            <a:off x="256113" y="1628747"/>
            <a:ext cx="7424107" cy="100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5E37B9F-3A01-42EE-BF3F-536CC399EF1B}"/>
              </a:ext>
            </a:extLst>
          </p:cNvPr>
          <p:cNvSpPr/>
          <p:nvPr/>
        </p:nvSpPr>
        <p:spPr>
          <a:xfrm>
            <a:off x="263190" y="2117064"/>
            <a:ext cx="7417029" cy="45523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984D08-8693-4650-9297-521E680552ED}"/>
              </a:ext>
            </a:extLst>
          </p:cNvPr>
          <p:cNvSpPr txBox="1"/>
          <p:nvPr/>
        </p:nvSpPr>
        <p:spPr>
          <a:xfrm>
            <a:off x="3329546" y="2391255"/>
            <a:ext cx="14702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회원 가입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B282E3B-BACC-451A-BD45-A653CDD02FB8}"/>
              </a:ext>
            </a:extLst>
          </p:cNvPr>
          <p:cNvSpPr txBox="1"/>
          <p:nvPr/>
        </p:nvSpPr>
        <p:spPr>
          <a:xfrm>
            <a:off x="2029933" y="2752091"/>
            <a:ext cx="5597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아이디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860D4A17-DF0D-4BFC-A944-FA6A666BC65B}"/>
              </a:ext>
            </a:extLst>
          </p:cNvPr>
          <p:cNvSpPr/>
          <p:nvPr/>
        </p:nvSpPr>
        <p:spPr>
          <a:xfrm>
            <a:off x="264715" y="6092193"/>
            <a:ext cx="7417030" cy="5760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A71B52D-D236-455A-9356-010CD8635338}"/>
              </a:ext>
            </a:extLst>
          </p:cNvPr>
          <p:cNvSpPr txBox="1"/>
          <p:nvPr/>
        </p:nvSpPr>
        <p:spPr>
          <a:xfrm>
            <a:off x="407210" y="6206616"/>
            <a:ext cx="9653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#Footer</a:t>
            </a:r>
            <a:endParaRPr lang="ko-KR" altLang="en-US" sz="1600" dirty="0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E9A9FA81-E62A-4E34-B455-129E7D9E0C3E}"/>
              </a:ext>
            </a:extLst>
          </p:cNvPr>
          <p:cNvSpPr/>
          <p:nvPr/>
        </p:nvSpPr>
        <p:spPr>
          <a:xfrm>
            <a:off x="407210" y="2204830"/>
            <a:ext cx="1584220" cy="4172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346426-EBF9-41E7-847A-48C7B164E710}"/>
              </a:ext>
            </a:extLst>
          </p:cNvPr>
          <p:cNvSpPr txBox="1"/>
          <p:nvPr/>
        </p:nvSpPr>
        <p:spPr>
          <a:xfrm>
            <a:off x="479220" y="2276840"/>
            <a:ext cx="14205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#Head(Logo)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73018F74-102E-418F-A7FC-1F45F0934619}"/>
              </a:ext>
            </a:extLst>
          </p:cNvPr>
          <p:cNvSpPr/>
          <p:nvPr/>
        </p:nvSpPr>
        <p:spPr>
          <a:xfrm>
            <a:off x="7701404" y="2107691"/>
            <a:ext cx="3228789" cy="31316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화면 기능 설명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B11FF3A4-F5E7-4E65-AC0F-00532065E6A3}"/>
              </a:ext>
            </a:extLst>
          </p:cNvPr>
          <p:cNvSpPr/>
          <p:nvPr/>
        </p:nvSpPr>
        <p:spPr>
          <a:xfrm>
            <a:off x="7701404" y="2420860"/>
            <a:ext cx="3228789" cy="422797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04C982D-A5CB-48B6-B6C0-8182C9CC5535}"/>
              </a:ext>
            </a:extLst>
          </p:cNvPr>
          <p:cNvSpPr/>
          <p:nvPr/>
        </p:nvSpPr>
        <p:spPr>
          <a:xfrm>
            <a:off x="396235" y="2208874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5C109F0A-CC36-4EC5-81AB-656FCBF9A9CB}"/>
              </a:ext>
            </a:extLst>
          </p:cNvPr>
          <p:cNvCxnSpPr>
            <a:cxnSpLocks/>
          </p:cNvCxnSpPr>
          <p:nvPr/>
        </p:nvCxnSpPr>
        <p:spPr>
          <a:xfrm>
            <a:off x="8184290" y="2420860"/>
            <a:ext cx="0" cy="422797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786FE3C4-F1F3-4A00-A4CC-4F9219678150}"/>
              </a:ext>
            </a:extLst>
          </p:cNvPr>
          <p:cNvCxnSpPr>
            <a:cxnSpLocks/>
          </p:cNvCxnSpPr>
          <p:nvPr/>
        </p:nvCxnSpPr>
        <p:spPr>
          <a:xfrm flipV="1">
            <a:off x="7680220" y="3356990"/>
            <a:ext cx="3249973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8C849500-686E-4C0C-BA9A-785C561C4CA2}"/>
              </a:ext>
            </a:extLst>
          </p:cNvPr>
          <p:cNvSpPr/>
          <p:nvPr/>
        </p:nvSpPr>
        <p:spPr>
          <a:xfrm>
            <a:off x="7843917" y="2780910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8FCD344-B99C-458A-B543-55666F2A154A}"/>
              </a:ext>
            </a:extLst>
          </p:cNvPr>
          <p:cNvSpPr txBox="1"/>
          <p:nvPr/>
        </p:nvSpPr>
        <p:spPr>
          <a:xfrm>
            <a:off x="8377385" y="2633129"/>
            <a:ext cx="196720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사이트 메인 로고</a:t>
            </a:r>
            <a:endParaRPr lang="en-US" altLang="ko-KR" sz="900" dirty="0"/>
          </a:p>
          <a:p>
            <a:r>
              <a:rPr lang="ko-KR" altLang="en-US" sz="900" dirty="0"/>
              <a:t>메인 및 서브 전 페이지 동일한 위치</a:t>
            </a:r>
            <a:endParaRPr lang="en-US" altLang="ko-KR" sz="900" dirty="0"/>
          </a:p>
          <a:p>
            <a:r>
              <a:rPr lang="ko-KR" altLang="en-US" sz="900" dirty="0"/>
              <a:t>클릭 시 메인 페이지로 이동</a:t>
            </a:r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B07FDE2D-E478-45B5-B9E2-A311CA09BCEC}"/>
              </a:ext>
            </a:extLst>
          </p:cNvPr>
          <p:cNvCxnSpPr>
            <a:cxnSpLocks/>
          </p:cNvCxnSpPr>
          <p:nvPr/>
        </p:nvCxnSpPr>
        <p:spPr>
          <a:xfrm flipV="1">
            <a:off x="7681745" y="4293119"/>
            <a:ext cx="3249973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B7BE894B-AE88-4B85-95B8-3EF57AE18E8B}"/>
              </a:ext>
            </a:extLst>
          </p:cNvPr>
          <p:cNvSpPr/>
          <p:nvPr/>
        </p:nvSpPr>
        <p:spPr>
          <a:xfrm>
            <a:off x="7843917" y="3736717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E5CE7C6-9002-4009-B582-B43F66DAC683}"/>
              </a:ext>
            </a:extLst>
          </p:cNvPr>
          <p:cNvSpPr txBox="1"/>
          <p:nvPr/>
        </p:nvSpPr>
        <p:spPr>
          <a:xfrm>
            <a:off x="8400320" y="350101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900" dirty="0"/>
          </a:p>
          <a:p>
            <a:endParaRPr lang="ko-KR" altLang="en-US" sz="900" dirty="0"/>
          </a:p>
        </p:txBody>
      </p: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4384BC24-5862-4851-ADE8-D22B49741529}"/>
              </a:ext>
            </a:extLst>
          </p:cNvPr>
          <p:cNvCxnSpPr>
            <a:cxnSpLocks/>
          </p:cNvCxnSpPr>
          <p:nvPr/>
        </p:nvCxnSpPr>
        <p:spPr>
          <a:xfrm flipV="1">
            <a:off x="7686925" y="5445279"/>
            <a:ext cx="3249973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BE8862CD-7702-4D1A-8A1A-F29B1C009058}"/>
              </a:ext>
            </a:extLst>
          </p:cNvPr>
          <p:cNvSpPr/>
          <p:nvPr/>
        </p:nvSpPr>
        <p:spPr>
          <a:xfrm>
            <a:off x="7843916" y="4744857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D548A588-E3FD-4397-8C2C-B071BEF9269F}"/>
              </a:ext>
            </a:extLst>
          </p:cNvPr>
          <p:cNvSpPr/>
          <p:nvPr/>
        </p:nvSpPr>
        <p:spPr>
          <a:xfrm>
            <a:off x="265024" y="6091918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C7F2A306-068F-4C3E-B8C1-77FFF4795F02}"/>
              </a:ext>
            </a:extLst>
          </p:cNvPr>
          <p:cNvSpPr/>
          <p:nvPr/>
        </p:nvSpPr>
        <p:spPr>
          <a:xfrm>
            <a:off x="7843917" y="5948879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D12C079-018F-4E05-B116-3DC7080DE6B6}"/>
              </a:ext>
            </a:extLst>
          </p:cNvPr>
          <p:cNvSpPr txBox="1"/>
          <p:nvPr/>
        </p:nvSpPr>
        <p:spPr>
          <a:xfrm>
            <a:off x="8364060" y="5590931"/>
            <a:ext cx="21210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사이트 </a:t>
            </a:r>
            <a:r>
              <a:rPr lang="en-US" altLang="ko-KR" sz="900" dirty="0"/>
              <a:t>Footer</a:t>
            </a:r>
          </a:p>
          <a:p>
            <a:r>
              <a:rPr lang="ko-KR" altLang="en-US" sz="900" dirty="0"/>
              <a:t>메인 및 서브 전 페이지 동일한 위치</a:t>
            </a:r>
            <a:endParaRPr lang="en-US" altLang="ko-KR" sz="900" dirty="0"/>
          </a:p>
          <a:p>
            <a:r>
              <a:rPr lang="ko-KR" altLang="en-US" sz="900" dirty="0"/>
              <a:t>웹 페이지의 기본정보가 들어있는 영역</a:t>
            </a:r>
            <a:endParaRPr lang="en-US" altLang="ko-KR" sz="900" dirty="0"/>
          </a:p>
          <a:p>
            <a:r>
              <a:rPr lang="en-US" altLang="ko-KR" sz="900" dirty="0"/>
              <a:t>- </a:t>
            </a:r>
            <a:r>
              <a:rPr lang="ko-KR" altLang="en-US" sz="900" dirty="0"/>
              <a:t>사이트 이용약관</a:t>
            </a:r>
            <a:endParaRPr lang="en-US" altLang="ko-KR" sz="900" dirty="0"/>
          </a:p>
          <a:p>
            <a:r>
              <a:rPr lang="en-US" altLang="ko-KR" sz="900" dirty="0"/>
              <a:t>- </a:t>
            </a:r>
            <a:r>
              <a:rPr lang="ko-KR" altLang="en-US" sz="900" dirty="0"/>
              <a:t>사이트 전화번호</a:t>
            </a:r>
            <a:endParaRPr lang="en-US" altLang="ko-KR" sz="900" dirty="0"/>
          </a:p>
          <a:p>
            <a:r>
              <a:rPr lang="en-US" altLang="ko-KR" sz="900" dirty="0"/>
              <a:t>- </a:t>
            </a:r>
            <a:r>
              <a:rPr lang="ko-KR" altLang="en-US" sz="900" dirty="0"/>
              <a:t>사이트 개발자들</a:t>
            </a:r>
            <a:endParaRPr lang="en-US" altLang="ko-KR" sz="900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B73A04EE-268F-4117-B9AE-485629847D0B}"/>
              </a:ext>
            </a:extLst>
          </p:cNvPr>
          <p:cNvSpPr/>
          <p:nvPr/>
        </p:nvSpPr>
        <p:spPr>
          <a:xfrm>
            <a:off x="2391166" y="5649697"/>
            <a:ext cx="1390375" cy="36586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취소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8141A6E1-A9D4-4936-94D6-D10574EF77AF}"/>
              </a:ext>
            </a:extLst>
          </p:cNvPr>
          <p:cNvSpPr/>
          <p:nvPr/>
        </p:nvSpPr>
        <p:spPr>
          <a:xfrm>
            <a:off x="2063440" y="2996940"/>
            <a:ext cx="3888540" cy="38659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11FC6EEA-B9B2-46DA-B3AA-25437A01662F}"/>
              </a:ext>
            </a:extLst>
          </p:cNvPr>
          <p:cNvSpPr/>
          <p:nvPr/>
        </p:nvSpPr>
        <p:spPr>
          <a:xfrm>
            <a:off x="4955502" y="3016149"/>
            <a:ext cx="964000" cy="34776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중복확인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CC5568BA-5AC3-475E-9B79-A62ED9468929}"/>
              </a:ext>
            </a:extLst>
          </p:cNvPr>
          <p:cNvSpPr/>
          <p:nvPr/>
        </p:nvSpPr>
        <p:spPr>
          <a:xfrm>
            <a:off x="2063440" y="3610403"/>
            <a:ext cx="3888540" cy="38659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695AFCA-7EF8-4B74-B75C-DA8AD1F7D050}"/>
              </a:ext>
            </a:extLst>
          </p:cNvPr>
          <p:cNvSpPr txBox="1"/>
          <p:nvPr/>
        </p:nvSpPr>
        <p:spPr>
          <a:xfrm>
            <a:off x="2029933" y="3353424"/>
            <a:ext cx="6848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비밀번호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6FDEB37D-6006-4824-AB8D-07E6F380D0D6}"/>
              </a:ext>
            </a:extLst>
          </p:cNvPr>
          <p:cNvSpPr/>
          <p:nvPr/>
        </p:nvSpPr>
        <p:spPr>
          <a:xfrm>
            <a:off x="2063440" y="4220857"/>
            <a:ext cx="3888540" cy="38659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9DD9F86-4CF1-427C-89B7-19D2E5C3AE53}"/>
              </a:ext>
            </a:extLst>
          </p:cNvPr>
          <p:cNvSpPr txBox="1"/>
          <p:nvPr/>
        </p:nvSpPr>
        <p:spPr>
          <a:xfrm>
            <a:off x="2029933" y="4007049"/>
            <a:ext cx="10983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비밀번호 재확인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14B20B7D-91B4-40BF-8B0E-C51B0B7A48E8}"/>
              </a:ext>
            </a:extLst>
          </p:cNvPr>
          <p:cNvSpPr/>
          <p:nvPr/>
        </p:nvSpPr>
        <p:spPr>
          <a:xfrm>
            <a:off x="2063440" y="4830958"/>
            <a:ext cx="3888540" cy="7740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BEA6CBE-62A2-4AFB-88F2-047D2CF9CF5D}"/>
              </a:ext>
            </a:extLst>
          </p:cNvPr>
          <p:cNvSpPr txBox="1"/>
          <p:nvPr/>
        </p:nvSpPr>
        <p:spPr>
          <a:xfrm>
            <a:off x="2029933" y="4592195"/>
            <a:ext cx="8483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휴대폰 인증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34E2F766-4B19-4A23-89F7-734B37BA531C}"/>
              </a:ext>
            </a:extLst>
          </p:cNvPr>
          <p:cNvSpPr/>
          <p:nvPr/>
        </p:nvSpPr>
        <p:spPr>
          <a:xfrm>
            <a:off x="2201812" y="4941210"/>
            <a:ext cx="341044" cy="54222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22EF935-CB38-4A1B-A14C-2F18F6181AC6}"/>
              </a:ext>
            </a:extLst>
          </p:cNvPr>
          <p:cNvSpPr/>
          <p:nvPr/>
        </p:nvSpPr>
        <p:spPr>
          <a:xfrm>
            <a:off x="2249845" y="4995504"/>
            <a:ext cx="244977" cy="34980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32A95B76-4E68-4BFB-A42B-14B2E083C100}"/>
              </a:ext>
            </a:extLst>
          </p:cNvPr>
          <p:cNvSpPr/>
          <p:nvPr/>
        </p:nvSpPr>
        <p:spPr>
          <a:xfrm>
            <a:off x="2333456" y="5373270"/>
            <a:ext cx="77753" cy="7775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438C153-DCDE-49F4-ABD6-75F4D8192D91}"/>
              </a:ext>
            </a:extLst>
          </p:cNvPr>
          <p:cNvSpPr txBox="1"/>
          <p:nvPr/>
        </p:nvSpPr>
        <p:spPr>
          <a:xfrm>
            <a:off x="2615638" y="4942012"/>
            <a:ext cx="9765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휴대폰 인증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8BE4308-9D7B-4E57-A854-30B232010B18}"/>
              </a:ext>
            </a:extLst>
          </p:cNvPr>
          <p:cNvSpPr txBox="1"/>
          <p:nvPr/>
        </p:nvSpPr>
        <p:spPr>
          <a:xfrm>
            <a:off x="2625384" y="5219011"/>
            <a:ext cx="156805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/>
              <a:t>고객님 명의의 핸드폰으로 인증</a:t>
            </a:r>
            <a:endParaRPr lang="ko-KR" altLang="en-US" sz="800" dirty="0"/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6C832CAC-5218-485F-9314-4B8047F20D7C}"/>
              </a:ext>
            </a:extLst>
          </p:cNvPr>
          <p:cNvSpPr/>
          <p:nvPr/>
        </p:nvSpPr>
        <p:spPr>
          <a:xfrm>
            <a:off x="5105844" y="5051404"/>
            <a:ext cx="720780" cy="33521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확인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CBE1E00F-E7F7-4190-880A-967E1AC43076}"/>
              </a:ext>
            </a:extLst>
          </p:cNvPr>
          <p:cNvSpPr/>
          <p:nvPr/>
        </p:nvSpPr>
        <p:spPr>
          <a:xfrm>
            <a:off x="4260314" y="5649647"/>
            <a:ext cx="1390375" cy="36586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완료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3031786F-7D12-440D-9950-C35A7FE34F36}"/>
              </a:ext>
            </a:extLst>
          </p:cNvPr>
          <p:cNvSpPr/>
          <p:nvPr/>
        </p:nvSpPr>
        <p:spPr>
          <a:xfrm>
            <a:off x="4955502" y="3028685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228DD686-57F2-47BE-B3FA-5F336EB9D3EF}"/>
              </a:ext>
            </a:extLst>
          </p:cNvPr>
          <p:cNvSpPr/>
          <p:nvPr/>
        </p:nvSpPr>
        <p:spPr>
          <a:xfrm>
            <a:off x="1939709" y="4634088"/>
            <a:ext cx="167036" cy="16703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0934F587-6B14-4381-8269-9FD7DE923C11}"/>
              </a:ext>
            </a:extLst>
          </p:cNvPr>
          <p:cNvSpPr txBox="1"/>
          <p:nvPr/>
        </p:nvSpPr>
        <p:spPr>
          <a:xfrm>
            <a:off x="8342432" y="4577042"/>
            <a:ext cx="11176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화요일날 얘기하기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7E6C6A6-0695-4EFF-930A-B6EE836BD903}"/>
              </a:ext>
            </a:extLst>
          </p:cNvPr>
          <p:cNvSpPr txBox="1"/>
          <p:nvPr/>
        </p:nvSpPr>
        <p:spPr>
          <a:xfrm>
            <a:off x="8347273" y="3598659"/>
            <a:ext cx="231826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아이디 중복을 막기 위한 기능</a:t>
            </a:r>
            <a:endParaRPr lang="en-US" altLang="ko-KR" sz="900" dirty="0"/>
          </a:p>
          <a:p>
            <a:r>
              <a:rPr lang="ko-KR" altLang="en-US" sz="900" dirty="0"/>
              <a:t>사용할 </a:t>
            </a:r>
            <a:r>
              <a:rPr lang="en-US" altLang="ko-KR" sz="900" dirty="0"/>
              <a:t>ID </a:t>
            </a:r>
            <a:r>
              <a:rPr lang="ko-KR" altLang="en-US" sz="900" dirty="0"/>
              <a:t>입력 후 중복확인 기능 클릭</a:t>
            </a:r>
            <a:endParaRPr lang="en-US" altLang="ko-KR" sz="900" dirty="0"/>
          </a:p>
          <a:p>
            <a:r>
              <a:rPr lang="en-US" altLang="ko-KR" sz="900" dirty="0"/>
              <a:t>DB</a:t>
            </a:r>
            <a:r>
              <a:rPr lang="ko-KR" altLang="en-US" sz="900" dirty="0"/>
              <a:t>에 저장된 </a:t>
            </a:r>
            <a:r>
              <a:rPr lang="en-US" altLang="ko-KR" sz="900" dirty="0"/>
              <a:t>ID</a:t>
            </a:r>
            <a:r>
              <a:rPr lang="ko-KR" altLang="en-US" sz="900" dirty="0"/>
              <a:t>데이터와 중복 되는지 비교</a:t>
            </a:r>
            <a:endParaRPr lang="en-US" altLang="ko-KR" sz="900" dirty="0"/>
          </a:p>
        </p:txBody>
      </p:sp>
    </p:spTree>
    <p:extLst>
      <p:ext uri="{BB962C8B-B14F-4D97-AF65-F5344CB8AC3E}">
        <p14:creationId xmlns:p14="http://schemas.microsoft.com/office/powerpoint/2010/main" val="2267248923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xy" rotWithShape="1">
          <a:gsLst>
            <a:gs pos="1980">
              <a:schemeClr val="lt1">
                <a:alpha val="100000"/>
              </a:schemeClr>
            </a:gs>
            <a:gs pos="99010">
              <a:srgbClr val="F2F2F2">
                <a:alpha val="100000"/>
              </a:srgbClr>
            </a:gs>
            <a:gs pos="18320">
              <a:schemeClr val="lt1">
                <a:alpha val="100000"/>
              </a:schemeClr>
            </a:gs>
            <a:gs pos="49500">
              <a:schemeClr val="lt1">
                <a:alpha val="100000"/>
              </a:schemeClr>
            </a:gs>
            <a:gs pos="65350">
              <a:schemeClr val="lt1">
                <a:alpha val="10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1044130"/>
            <a:ext cx="10992612" cy="7328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91262" y="209169"/>
            <a:ext cx="106100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000">
                <a:latin typeface="나눔고딕"/>
                <a:ea typeface="나눔고딕"/>
              </a:rPr>
              <a:t>#4 </a:t>
            </a:r>
            <a:r>
              <a:rPr lang="ko-KR" altLang="en-US" sz="4000" dirty="0">
                <a:latin typeface="나눔고딕"/>
                <a:ea typeface="나눔고딕"/>
              </a:rPr>
              <a:t>서브 페이지</a:t>
            </a:r>
            <a:endParaRPr lang="en-US" altLang="ko-KR" sz="4000" dirty="0">
              <a:latin typeface="나눔고딕"/>
              <a:ea typeface="나눔고딕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F405DDF-9663-41FF-9D31-CA7AD6140398}"/>
              </a:ext>
            </a:extLst>
          </p:cNvPr>
          <p:cNvSpPr/>
          <p:nvPr/>
        </p:nvSpPr>
        <p:spPr>
          <a:xfrm>
            <a:off x="191262" y="1162054"/>
            <a:ext cx="10801350" cy="5633847"/>
          </a:xfrm>
          <a:prstGeom prst="rect">
            <a:avLst/>
          </a:prstGeom>
          <a:solidFill>
            <a:schemeClr val="bg1"/>
          </a:solidFill>
          <a:ln w="38100"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448BAE0-83A4-4CE3-BED9-CBFF9E5B559F}"/>
              </a:ext>
            </a:extLst>
          </p:cNvPr>
          <p:cNvSpPr/>
          <p:nvPr/>
        </p:nvSpPr>
        <p:spPr>
          <a:xfrm>
            <a:off x="263190" y="1219127"/>
            <a:ext cx="1224089" cy="4096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개발자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7110491-44AD-4B42-82A0-A5C9903B9F69}"/>
              </a:ext>
            </a:extLst>
          </p:cNvPr>
          <p:cNvSpPr/>
          <p:nvPr/>
        </p:nvSpPr>
        <p:spPr>
          <a:xfrm>
            <a:off x="263190" y="1628750"/>
            <a:ext cx="1224090" cy="4096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작성 일자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3F67EEA-E602-40D9-8245-DBF35FCC09E0}"/>
              </a:ext>
            </a:extLst>
          </p:cNvPr>
          <p:cNvSpPr/>
          <p:nvPr/>
        </p:nvSpPr>
        <p:spPr>
          <a:xfrm>
            <a:off x="1487280" y="1219126"/>
            <a:ext cx="2016360" cy="4096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K-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복학생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BCAB5BC-B988-44EE-BC45-F50F27FFBD8B}"/>
              </a:ext>
            </a:extLst>
          </p:cNvPr>
          <p:cNvSpPr/>
          <p:nvPr/>
        </p:nvSpPr>
        <p:spPr>
          <a:xfrm>
            <a:off x="1487280" y="1628749"/>
            <a:ext cx="2016360" cy="4096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2021-03-22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4668A79-A855-4275-97BC-143CBB9CC26D}"/>
              </a:ext>
            </a:extLst>
          </p:cNvPr>
          <p:cNvSpPr/>
          <p:nvPr/>
        </p:nvSpPr>
        <p:spPr>
          <a:xfrm>
            <a:off x="3503083" y="1628748"/>
            <a:ext cx="1224089" cy="4096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URL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F132F57-C87D-48AD-B41A-08F0544630AE}"/>
              </a:ext>
            </a:extLst>
          </p:cNvPr>
          <p:cNvSpPr/>
          <p:nvPr/>
        </p:nvSpPr>
        <p:spPr>
          <a:xfrm>
            <a:off x="3503082" y="1219124"/>
            <a:ext cx="1224089" cy="4096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페이지 정보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1FE4408-3512-488C-A0AF-F81C2FCA2B93}"/>
              </a:ext>
            </a:extLst>
          </p:cNvPr>
          <p:cNvSpPr/>
          <p:nvPr/>
        </p:nvSpPr>
        <p:spPr>
          <a:xfrm>
            <a:off x="4726612" y="1221133"/>
            <a:ext cx="2953607" cy="4096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서브페이지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(ID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찾기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59DB677-95F4-46E4-93D9-32565358C3CB}"/>
              </a:ext>
            </a:extLst>
          </p:cNvPr>
          <p:cNvSpPr/>
          <p:nvPr/>
        </p:nvSpPr>
        <p:spPr>
          <a:xfrm>
            <a:off x="4723146" y="1630756"/>
            <a:ext cx="2957074" cy="4096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SearchId.com(</a:t>
            </a:r>
            <a:r>
              <a:rPr lang="ko-KR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백엔드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만지고 바꿈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16888FFE-368E-4C20-B3D6-AA015C980DAF}"/>
              </a:ext>
            </a:extLst>
          </p:cNvPr>
          <p:cNvCxnSpPr>
            <a:cxnSpLocks/>
          </p:cNvCxnSpPr>
          <p:nvPr/>
        </p:nvCxnSpPr>
        <p:spPr>
          <a:xfrm>
            <a:off x="256113" y="1628747"/>
            <a:ext cx="7424107" cy="100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5E37B9F-3A01-42EE-BF3F-536CC399EF1B}"/>
              </a:ext>
            </a:extLst>
          </p:cNvPr>
          <p:cNvSpPr/>
          <p:nvPr/>
        </p:nvSpPr>
        <p:spPr>
          <a:xfrm>
            <a:off x="263190" y="2117064"/>
            <a:ext cx="7417029" cy="45523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984D08-8693-4650-9297-521E680552ED}"/>
              </a:ext>
            </a:extLst>
          </p:cNvPr>
          <p:cNvSpPr txBox="1"/>
          <p:nvPr/>
        </p:nvSpPr>
        <p:spPr>
          <a:xfrm>
            <a:off x="3175407" y="2492870"/>
            <a:ext cx="1768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아이디 찾기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51F43B1C-6E90-4C68-A560-4DB8F9FBD3A3}"/>
              </a:ext>
            </a:extLst>
          </p:cNvPr>
          <p:cNvCxnSpPr>
            <a:cxnSpLocks/>
          </p:cNvCxnSpPr>
          <p:nvPr/>
        </p:nvCxnSpPr>
        <p:spPr>
          <a:xfrm flipV="1">
            <a:off x="3185539" y="2996940"/>
            <a:ext cx="0" cy="4320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24E1C6C6-52BD-4231-9919-5E0C893F6991}"/>
              </a:ext>
            </a:extLst>
          </p:cNvPr>
          <p:cNvCxnSpPr>
            <a:cxnSpLocks/>
          </p:cNvCxnSpPr>
          <p:nvPr/>
        </p:nvCxnSpPr>
        <p:spPr>
          <a:xfrm>
            <a:off x="3175407" y="2996940"/>
            <a:ext cx="162441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25925163-ED4C-4439-B671-42F6708DE315}"/>
              </a:ext>
            </a:extLst>
          </p:cNvPr>
          <p:cNvCxnSpPr>
            <a:cxnSpLocks/>
          </p:cNvCxnSpPr>
          <p:nvPr/>
        </p:nvCxnSpPr>
        <p:spPr>
          <a:xfrm>
            <a:off x="4799820" y="2996940"/>
            <a:ext cx="0" cy="4320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8296261-F6AD-40B2-8C42-534D3E09587E}"/>
              </a:ext>
            </a:extLst>
          </p:cNvPr>
          <p:cNvCxnSpPr>
            <a:cxnSpLocks/>
          </p:cNvCxnSpPr>
          <p:nvPr/>
        </p:nvCxnSpPr>
        <p:spPr>
          <a:xfrm>
            <a:off x="4799820" y="3429000"/>
            <a:ext cx="115216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B282E3B-BACC-451A-BD45-A653CDD02FB8}"/>
              </a:ext>
            </a:extLst>
          </p:cNvPr>
          <p:cNvSpPr txBox="1"/>
          <p:nvPr/>
        </p:nvSpPr>
        <p:spPr>
          <a:xfrm>
            <a:off x="3503640" y="3068950"/>
            <a:ext cx="104387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300" dirty="0"/>
              <a:t>아이디 찾기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07BA0B0A-83E1-43FB-AE83-101A2D46AD52}"/>
              </a:ext>
            </a:extLst>
          </p:cNvPr>
          <p:cNvSpPr/>
          <p:nvPr/>
        </p:nvSpPr>
        <p:spPr>
          <a:xfrm>
            <a:off x="2063440" y="3501009"/>
            <a:ext cx="3888540" cy="13740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1BA3FA78-2581-42DF-ADEE-8F4DB16735E5}"/>
              </a:ext>
            </a:extLst>
          </p:cNvPr>
          <p:cNvCxnSpPr>
            <a:cxnSpLocks/>
          </p:cNvCxnSpPr>
          <p:nvPr/>
        </p:nvCxnSpPr>
        <p:spPr>
          <a:xfrm flipV="1">
            <a:off x="2423490" y="4010823"/>
            <a:ext cx="3204375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B06FFF4D-4DF8-460A-9DDF-708EDAF65728}"/>
              </a:ext>
            </a:extLst>
          </p:cNvPr>
          <p:cNvSpPr/>
          <p:nvPr/>
        </p:nvSpPr>
        <p:spPr>
          <a:xfrm>
            <a:off x="2063440" y="5222495"/>
            <a:ext cx="3888540" cy="18652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860D4A17-DF0D-4BFC-A944-FA6A666BC65B}"/>
              </a:ext>
            </a:extLst>
          </p:cNvPr>
          <p:cNvSpPr/>
          <p:nvPr/>
        </p:nvSpPr>
        <p:spPr>
          <a:xfrm>
            <a:off x="263190" y="6093374"/>
            <a:ext cx="7417030" cy="5760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A71B52D-D236-455A-9356-010CD8635338}"/>
              </a:ext>
            </a:extLst>
          </p:cNvPr>
          <p:cNvSpPr txBox="1"/>
          <p:nvPr/>
        </p:nvSpPr>
        <p:spPr>
          <a:xfrm>
            <a:off x="407210" y="6206616"/>
            <a:ext cx="9653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#Footer</a:t>
            </a:r>
            <a:endParaRPr lang="ko-KR" altLang="en-US" sz="1600" dirty="0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E9A9FA81-E62A-4E34-B455-129E7D9E0C3E}"/>
              </a:ext>
            </a:extLst>
          </p:cNvPr>
          <p:cNvSpPr/>
          <p:nvPr/>
        </p:nvSpPr>
        <p:spPr>
          <a:xfrm>
            <a:off x="407210" y="2204830"/>
            <a:ext cx="1584220" cy="4172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346426-EBF9-41E7-847A-48C7B164E710}"/>
              </a:ext>
            </a:extLst>
          </p:cNvPr>
          <p:cNvSpPr txBox="1"/>
          <p:nvPr/>
        </p:nvSpPr>
        <p:spPr>
          <a:xfrm>
            <a:off x="479220" y="2276840"/>
            <a:ext cx="14205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#Head(Logo)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73018F74-102E-418F-A7FC-1F45F0934619}"/>
              </a:ext>
            </a:extLst>
          </p:cNvPr>
          <p:cNvSpPr/>
          <p:nvPr/>
        </p:nvSpPr>
        <p:spPr>
          <a:xfrm>
            <a:off x="7701404" y="2107691"/>
            <a:ext cx="3228789" cy="31316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화면 기능 설명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B11FF3A4-F5E7-4E65-AC0F-00532065E6A3}"/>
              </a:ext>
            </a:extLst>
          </p:cNvPr>
          <p:cNvSpPr/>
          <p:nvPr/>
        </p:nvSpPr>
        <p:spPr>
          <a:xfrm>
            <a:off x="7701404" y="2420860"/>
            <a:ext cx="3228789" cy="422797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04C982D-A5CB-48B6-B6C0-8182C9CC5535}"/>
              </a:ext>
            </a:extLst>
          </p:cNvPr>
          <p:cNvSpPr/>
          <p:nvPr/>
        </p:nvSpPr>
        <p:spPr>
          <a:xfrm>
            <a:off x="396235" y="2208874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5C109F0A-CC36-4EC5-81AB-656FCBF9A9CB}"/>
              </a:ext>
            </a:extLst>
          </p:cNvPr>
          <p:cNvCxnSpPr>
            <a:cxnSpLocks/>
          </p:cNvCxnSpPr>
          <p:nvPr/>
        </p:nvCxnSpPr>
        <p:spPr>
          <a:xfrm>
            <a:off x="8184290" y="2420860"/>
            <a:ext cx="0" cy="422797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786FE3C4-F1F3-4A00-A4CC-4F9219678150}"/>
              </a:ext>
            </a:extLst>
          </p:cNvPr>
          <p:cNvCxnSpPr>
            <a:cxnSpLocks/>
          </p:cNvCxnSpPr>
          <p:nvPr/>
        </p:nvCxnSpPr>
        <p:spPr>
          <a:xfrm flipV="1">
            <a:off x="7680220" y="3356990"/>
            <a:ext cx="3249973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8C849500-686E-4C0C-BA9A-785C561C4CA2}"/>
              </a:ext>
            </a:extLst>
          </p:cNvPr>
          <p:cNvSpPr/>
          <p:nvPr/>
        </p:nvSpPr>
        <p:spPr>
          <a:xfrm>
            <a:off x="7843917" y="2780910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8FCD344-B99C-458A-B543-55666F2A154A}"/>
              </a:ext>
            </a:extLst>
          </p:cNvPr>
          <p:cNvSpPr txBox="1"/>
          <p:nvPr/>
        </p:nvSpPr>
        <p:spPr>
          <a:xfrm>
            <a:off x="8377385" y="2633129"/>
            <a:ext cx="196720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사이트 메인 로고</a:t>
            </a:r>
            <a:endParaRPr lang="en-US" altLang="ko-KR" sz="900" dirty="0"/>
          </a:p>
          <a:p>
            <a:r>
              <a:rPr lang="ko-KR" altLang="en-US" sz="900" dirty="0"/>
              <a:t>메인 및 서브 전 페이지 동일한 위치</a:t>
            </a:r>
            <a:endParaRPr lang="en-US" altLang="ko-KR" sz="900" dirty="0"/>
          </a:p>
          <a:p>
            <a:r>
              <a:rPr lang="ko-KR" altLang="en-US" sz="900" dirty="0"/>
              <a:t>클릭 시 메인 페이지로 이동</a:t>
            </a:r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B07FDE2D-E478-45B5-B9E2-A311CA09BCEC}"/>
              </a:ext>
            </a:extLst>
          </p:cNvPr>
          <p:cNvCxnSpPr>
            <a:cxnSpLocks/>
          </p:cNvCxnSpPr>
          <p:nvPr/>
        </p:nvCxnSpPr>
        <p:spPr>
          <a:xfrm flipV="1">
            <a:off x="7681745" y="4293119"/>
            <a:ext cx="3249973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B7BE894B-AE88-4B85-95B8-3EF57AE18E8B}"/>
              </a:ext>
            </a:extLst>
          </p:cNvPr>
          <p:cNvSpPr/>
          <p:nvPr/>
        </p:nvSpPr>
        <p:spPr>
          <a:xfrm>
            <a:off x="7843917" y="3736717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59AE4DE-D00B-462D-8375-CE45E8EA622C}"/>
              </a:ext>
            </a:extLst>
          </p:cNvPr>
          <p:cNvSpPr txBox="1"/>
          <p:nvPr/>
        </p:nvSpPr>
        <p:spPr>
          <a:xfrm>
            <a:off x="3625764" y="4007811"/>
            <a:ext cx="7296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회원가입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E5CE7C6-9002-4009-B582-B43F66DAC683}"/>
              </a:ext>
            </a:extLst>
          </p:cNvPr>
          <p:cNvSpPr txBox="1"/>
          <p:nvPr/>
        </p:nvSpPr>
        <p:spPr>
          <a:xfrm>
            <a:off x="8400320" y="3501010"/>
            <a:ext cx="24208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회원가입 할 당시 등록한 휴대폰으로 </a:t>
            </a:r>
            <a:r>
              <a:rPr lang="en-US" altLang="ko-KR" sz="900" dirty="0"/>
              <a:t>ID </a:t>
            </a:r>
            <a:r>
              <a:rPr lang="ko-KR" altLang="en-US" sz="900" dirty="0"/>
              <a:t>찾기</a:t>
            </a:r>
            <a:endParaRPr lang="en-US" altLang="ko-KR" sz="900" dirty="0"/>
          </a:p>
          <a:p>
            <a:r>
              <a:rPr lang="en-US" altLang="ko-KR" sz="900" dirty="0"/>
              <a:t>※ </a:t>
            </a:r>
            <a:r>
              <a:rPr lang="ko-KR" altLang="en-US" sz="900" dirty="0"/>
              <a:t>추가적인 설명 더 </a:t>
            </a:r>
            <a:r>
              <a:rPr lang="ko-KR" altLang="en-US" sz="900" dirty="0" err="1"/>
              <a:t>넣어야댐</a:t>
            </a:r>
            <a:endParaRPr lang="en-US" altLang="ko-KR" sz="900" dirty="0"/>
          </a:p>
          <a:p>
            <a:endParaRPr lang="en-US" altLang="ko-KR" sz="900" dirty="0"/>
          </a:p>
          <a:p>
            <a:endParaRPr lang="ko-KR" altLang="en-US" sz="900" dirty="0"/>
          </a:p>
        </p:txBody>
      </p: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4384BC24-5862-4851-ADE8-D22B49741529}"/>
              </a:ext>
            </a:extLst>
          </p:cNvPr>
          <p:cNvCxnSpPr>
            <a:cxnSpLocks/>
          </p:cNvCxnSpPr>
          <p:nvPr/>
        </p:nvCxnSpPr>
        <p:spPr>
          <a:xfrm flipV="1">
            <a:off x="7686925" y="5445279"/>
            <a:ext cx="3249973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BE8862CD-7702-4D1A-8A1A-F29B1C009058}"/>
              </a:ext>
            </a:extLst>
          </p:cNvPr>
          <p:cNvSpPr/>
          <p:nvPr/>
        </p:nvSpPr>
        <p:spPr>
          <a:xfrm>
            <a:off x="7843916" y="4744857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8AF0851-3D62-4BBF-804D-E58477FB8DF4}"/>
              </a:ext>
            </a:extLst>
          </p:cNvPr>
          <p:cNvSpPr txBox="1"/>
          <p:nvPr/>
        </p:nvSpPr>
        <p:spPr>
          <a:xfrm>
            <a:off x="8400320" y="4545887"/>
            <a:ext cx="2416046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번을 인증한 후 완료 시 </a:t>
            </a:r>
            <a:r>
              <a:rPr lang="en-US" altLang="ko-KR" sz="900" dirty="0"/>
              <a:t>ID</a:t>
            </a:r>
            <a:r>
              <a:rPr lang="ko-KR" altLang="en-US" sz="900" dirty="0"/>
              <a:t>가 박스안에 표기</a:t>
            </a:r>
            <a:endParaRPr lang="en-US" altLang="ko-KR" sz="900" dirty="0"/>
          </a:p>
          <a:p>
            <a:r>
              <a:rPr lang="ko-KR" altLang="en-US" sz="900" dirty="0"/>
              <a:t>네모박스 체크 후 확인</a:t>
            </a:r>
            <a:endParaRPr lang="en-US" altLang="ko-KR" sz="900" dirty="0"/>
          </a:p>
          <a:p>
            <a:r>
              <a:rPr lang="ko-KR" altLang="en-US" sz="900" dirty="0"/>
              <a:t>클릭 시 로그인 또는 비밀번호 찾기 페이지로</a:t>
            </a:r>
            <a:endParaRPr lang="en-US" altLang="ko-KR" sz="900" dirty="0"/>
          </a:p>
          <a:p>
            <a:r>
              <a:rPr lang="ko-KR" altLang="en-US" sz="900" dirty="0"/>
              <a:t>선택 후 이동</a:t>
            </a:r>
            <a:endParaRPr lang="en-US" altLang="ko-KR" sz="900" dirty="0"/>
          </a:p>
          <a:p>
            <a:endParaRPr lang="en-US" altLang="ko-KR" sz="900" dirty="0"/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D548A588-E3FD-4397-8C2C-B071BEF9269F}"/>
              </a:ext>
            </a:extLst>
          </p:cNvPr>
          <p:cNvSpPr/>
          <p:nvPr/>
        </p:nvSpPr>
        <p:spPr>
          <a:xfrm>
            <a:off x="263190" y="6093374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C7F2A306-068F-4C3E-B8C1-77FFF4795F02}"/>
              </a:ext>
            </a:extLst>
          </p:cNvPr>
          <p:cNvSpPr/>
          <p:nvPr/>
        </p:nvSpPr>
        <p:spPr>
          <a:xfrm>
            <a:off x="7843917" y="5948879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D12C079-018F-4E05-B116-3DC7080DE6B6}"/>
              </a:ext>
            </a:extLst>
          </p:cNvPr>
          <p:cNvSpPr txBox="1"/>
          <p:nvPr/>
        </p:nvSpPr>
        <p:spPr>
          <a:xfrm>
            <a:off x="8364060" y="5590931"/>
            <a:ext cx="21210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사이트 </a:t>
            </a:r>
            <a:r>
              <a:rPr lang="en-US" altLang="ko-KR" sz="900" dirty="0"/>
              <a:t>Footer</a:t>
            </a:r>
          </a:p>
          <a:p>
            <a:r>
              <a:rPr lang="ko-KR" altLang="en-US" sz="900" dirty="0"/>
              <a:t>메인 및 서브 전 페이지 동일한 위치</a:t>
            </a:r>
            <a:endParaRPr lang="en-US" altLang="ko-KR" sz="900" dirty="0"/>
          </a:p>
          <a:p>
            <a:r>
              <a:rPr lang="ko-KR" altLang="en-US" sz="900" dirty="0"/>
              <a:t>웹 페이지의 기본정보가 들어있는 영역</a:t>
            </a:r>
            <a:endParaRPr lang="en-US" altLang="ko-KR" sz="900" dirty="0"/>
          </a:p>
          <a:p>
            <a:r>
              <a:rPr lang="en-US" altLang="ko-KR" sz="900" dirty="0"/>
              <a:t>- </a:t>
            </a:r>
            <a:r>
              <a:rPr lang="ko-KR" altLang="en-US" sz="900" dirty="0"/>
              <a:t>사이트 이용약관</a:t>
            </a:r>
            <a:endParaRPr lang="en-US" altLang="ko-KR" sz="900" dirty="0"/>
          </a:p>
          <a:p>
            <a:r>
              <a:rPr lang="en-US" altLang="ko-KR" sz="900" dirty="0"/>
              <a:t>- </a:t>
            </a:r>
            <a:r>
              <a:rPr lang="ko-KR" altLang="en-US" sz="900" dirty="0"/>
              <a:t>사이트 전화번호</a:t>
            </a:r>
            <a:endParaRPr lang="en-US" altLang="ko-KR" sz="900" dirty="0"/>
          </a:p>
          <a:p>
            <a:r>
              <a:rPr lang="en-US" altLang="ko-KR" sz="900" dirty="0"/>
              <a:t>- </a:t>
            </a:r>
            <a:r>
              <a:rPr lang="ko-KR" altLang="en-US" sz="900" dirty="0"/>
              <a:t>사이트 개발자들</a:t>
            </a:r>
            <a:endParaRPr lang="en-US" altLang="ko-KR" sz="900" dirty="0"/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ADDA910E-F4E0-40CE-A8A4-DF6A83B61255}"/>
              </a:ext>
            </a:extLst>
          </p:cNvPr>
          <p:cNvCxnSpPr>
            <a:cxnSpLocks/>
          </p:cNvCxnSpPr>
          <p:nvPr/>
        </p:nvCxnSpPr>
        <p:spPr>
          <a:xfrm>
            <a:off x="2063440" y="3436690"/>
            <a:ext cx="1122099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34E2F766-4B19-4A23-89F7-734B37BA531C}"/>
              </a:ext>
            </a:extLst>
          </p:cNvPr>
          <p:cNvSpPr/>
          <p:nvPr/>
        </p:nvSpPr>
        <p:spPr>
          <a:xfrm>
            <a:off x="3801280" y="3535977"/>
            <a:ext cx="341044" cy="397093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22EF935-CB38-4A1B-A14C-2F18F6181AC6}"/>
              </a:ext>
            </a:extLst>
          </p:cNvPr>
          <p:cNvSpPr/>
          <p:nvPr/>
        </p:nvSpPr>
        <p:spPr>
          <a:xfrm>
            <a:off x="3849293" y="3573738"/>
            <a:ext cx="244977" cy="22105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32A95B76-4E68-4BFB-A42B-14B2E083C100}"/>
              </a:ext>
            </a:extLst>
          </p:cNvPr>
          <p:cNvSpPr/>
          <p:nvPr/>
        </p:nvSpPr>
        <p:spPr>
          <a:xfrm>
            <a:off x="3938108" y="3821014"/>
            <a:ext cx="77753" cy="7775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21780B7-721A-448A-861F-49FA6816B95C}"/>
              </a:ext>
            </a:extLst>
          </p:cNvPr>
          <p:cNvSpPr txBox="1"/>
          <p:nvPr/>
        </p:nvSpPr>
        <p:spPr>
          <a:xfrm>
            <a:off x="3006841" y="4237893"/>
            <a:ext cx="20810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고객님 명의의 휴대폰으로 인증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82CA5A3C-C352-43F2-843E-AE0B88B0CCAF}"/>
              </a:ext>
            </a:extLst>
          </p:cNvPr>
          <p:cNvSpPr/>
          <p:nvPr/>
        </p:nvSpPr>
        <p:spPr>
          <a:xfrm>
            <a:off x="3379654" y="4544080"/>
            <a:ext cx="558454" cy="2597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취소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B73A04EE-268F-4117-B9AE-485629847D0B}"/>
              </a:ext>
            </a:extLst>
          </p:cNvPr>
          <p:cNvSpPr/>
          <p:nvPr/>
        </p:nvSpPr>
        <p:spPr>
          <a:xfrm>
            <a:off x="3997581" y="4545887"/>
            <a:ext cx="558454" cy="2597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인증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08B1CB9-C546-417F-BE8D-EE5702CC0FAC}"/>
              </a:ext>
            </a:extLst>
          </p:cNvPr>
          <p:cNvSpPr txBox="1"/>
          <p:nvPr/>
        </p:nvSpPr>
        <p:spPr>
          <a:xfrm>
            <a:off x="2022665" y="4937639"/>
            <a:ext cx="22541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고객님의 정보와 일치하는 </a:t>
            </a:r>
            <a:r>
              <a:rPr lang="en-US" altLang="ko-KR" sz="1000" dirty="0"/>
              <a:t>ID </a:t>
            </a:r>
            <a:r>
              <a:rPr lang="ko-KR" altLang="en-US" sz="1000" dirty="0"/>
              <a:t>입니다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4504BA6-8563-424C-8708-B2E9B2988E91}"/>
              </a:ext>
            </a:extLst>
          </p:cNvPr>
          <p:cNvSpPr txBox="1"/>
          <p:nvPr/>
        </p:nvSpPr>
        <p:spPr>
          <a:xfrm>
            <a:off x="2829080" y="5199059"/>
            <a:ext cx="3145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ID</a:t>
            </a:r>
            <a:endParaRPr lang="ko-KR" altLang="en-US" sz="1000" dirty="0"/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A4001555-274F-4C41-B808-1EF5FECF5C4C}"/>
              </a:ext>
            </a:extLst>
          </p:cNvPr>
          <p:cNvSpPr/>
          <p:nvPr/>
        </p:nvSpPr>
        <p:spPr>
          <a:xfrm>
            <a:off x="2063440" y="5409609"/>
            <a:ext cx="3888540" cy="45860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675C8BFE-AA9B-4E5D-9206-E55AD1D88D08}"/>
              </a:ext>
            </a:extLst>
          </p:cNvPr>
          <p:cNvSpPr/>
          <p:nvPr/>
        </p:nvSpPr>
        <p:spPr>
          <a:xfrm>
            <a:off x="2196220" y="5575598"/>
            <a:ext cx="187741" cy="1319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F9F2622-2D83-474C-8B5E-D24E106FD7E5}"/>
              </a:ext>
            </a:extLst>
          </p:cNvPr>
          <p:cNvSpPr txBox="1"/>
          <p:nvPr/>
        </p:nvSpPr>
        <p:spPr>
          <a:xfrm>
            <a:off x="2495460" y="5493023"/>
            <a:ext cx="9316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qwe80qwe</a:t>
            </a:r>
            <a:endParaRPr lang="ko-KR" altLang="en-US" sz="1200" dirty="0"/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6C832CAC-5218-485F-9314-4B8047F20D7C}"/>
              </a:ext>
            </a:extLst>
          </p:cNvPr>
          <p:cNvSpPr/>
          <p:nvPr/>
        </p:nvSpPr>
        <p:spPr>
          <a:xfrm>
            <a:off x="5227375" y="5476202"/>
            <a:ext cx="558454" cy="2597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확인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3031786F-7D12-440D-9950-C35A7FE34F36}"/>
              </a:ext>
            </a:extLst>
          </p:cNvPr>
          <p:cNvSpPr/>
          <p:nvPr/>
        </p:nvSpPr>
        <p:spPr>
          <a:xfrm>
            <a:off x="2066993" y="3494841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D147135E-F0CD-4C0A-A9AE-DBD8D8567AE5}"/>
              </a:ext>
            </a:extLst>
          </p:cNvPr>
          <p:cNvSpPr/>
          <p:nvPr/>
        </p:nvSpPr>
        <p:spPr>
          <a:xfrm>
            <a:off x="2075625" y="5219722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9C86E288-84D4-4069-8EAF-22CA325FA2CB}"/>
              </a:ext>
            </a:extLst>
          </p:cNvPr>
          <p:cNvSpPr/>
          <p:nvPr/>
        </p:nvSpPr>
        <p:spPr>
          <a:xfrm>
            <a:off x="8333763" y="4596917"/>
            <a:ext cx="138567" cy="13856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113281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"/>
        <a:cs typeface="Times New Roman"/>
        <a:font script="Jpan" typeface="MS PGothic"/>
        <a:font script="Hang" typeface="함초롬돋움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함초롬돋움"/>
        <a:ea typeface=""/>
        <a:cs typeface="Times New Roman"/>
        <a:font script="Jpan" typeface="MS PGothic"/>
        <a:font script="Hang" typeface="함초롬돋움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611</TotalTime>
  <Words>772</Words>
  <Application>Microsoft Office PowerPoint</Application>
  <PresentationFormat>와이드스크린</PresentationFormat>
  <Paragraphs>271</Paragraphs>
  <Slides>11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나눔고딕</vt:lpstr>
      <vt:lpstr>나눔바른고딕</vt:lpstr>
      <vt:lpstr>함초롬돋움</vt:lpstr>
      <vt:lpstr>Arial</vt:lpstr>
      <vt:lpstr>Wingdings</vt:lpstr>
      <vt:lpstr>한컴오피스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astle</dc:creator>
  <cp:lastModifiedBy>Ha DongHo</cp:lastModifiedBy>
  <cp:revision>74</cp:revision>
  <dcterms:created xsi:type="dcterms:W3CDTF">2020-09-15T07:54:39Z</dcterms:created>
  <dcterms:modified xsi:type="dcterms:W3CDTF">2021-04-14T07:44:02Z</dcterms:modified>
  <cp:version>1000.0000.01</cp:version>
</cp:coreProperties>
</file>